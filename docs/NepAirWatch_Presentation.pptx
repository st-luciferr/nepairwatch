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5573f4b-e8ca-8f31-8705-27514b37d98b}">
          <p14:sldIdLst>
            <p14:sldId id="256"/>
            <p14:sldId id="257"/>
            <p14:sldId id="258"/>
          </p14:sldIdLst>
        </p14:section>
        <p14:section name="Design" id="{1ec9bca1-c40d-eff0-60e0-e35f8df44d81}">
          <p14:sldIdLst>
            <p14:sldId id="259"/>
            <p14:sldId id="260"/>
            <p14:sldId id="261"/>
            <p14:sldId id="262"/>
            <p14:sldId id="263"/>
          </p14:sldIdLst>
        </p14:section>
        <p14:section name="Implementation" id="{1cfeed52-f6e1-65f4-6258-0ce696667933}">
          <p14:sldIdLst>
            <p14:sldId id="264"/>
          </p14:sldIdLst>
        </p14:section>
        <p14:section name="Results" id="{f60ced08-26e0-1c04-bd66-c1f40d244771}">
          <p14:sldIdLst>
            <p14:sldId id="265"/>
            <p14:sldId id="266"/>
            <p14:sldId id="267"/>
          </p14:sldIdLst>
        </p14:section>
        <p14:section name="Demo" id="{cf95c8a5-e160-3b07-9576-b4fd6b1fccac}">
          <p14:sldIdLst>
            <p14:sldId id="268"/>
          </p14:sldIdLst>
        </p14:section>
        <p14:section name="Conclusion" id="{73e24594-ea41-0eef-59de-27da5d526487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6"/>
                </a:solidFill>
                <a:latin typeface="+mn-lt"/>
              </a:rPr>
              <a:t>Days above Nepal 24-h PM2.5 standard (past year)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&gt; Nepal NAAQS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A6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Biratnagar</c:v>
                  </c:pt>
                  <c:pt idx="1">
                    <c:v>Janakpur</c:v>
                  </c:pt>
                  <c:pt idx="2">
                    <c:v>Birgunj</c:v>
                  </c:pt>
                  <c:pt idx="3">
                    <c:v>Butwal</c:v>
                  </c:pt>
                  <c:pt idx="4">
                    <c:v>Nepalgunj</c:v>
                  </c:pt>
                  <c:pt idx="5">
                    <c:v>Bharatpur</c:v>
                  </c:pt>
                  <c:pt idx="6">
                    <c:v>Dharan</c:v>
                  </c:pt>
                  <c:pt idx="7">
                    <c:v>Mahendranagar</c:v>
                  </c:pt>
                  <c:pt idx="8">
                    <c:v>Kathmandu</c:v>
                  </c:pt>
                  <c:pt idx="9">
                    <c:v>Lalitpur</c:v>
                  </c:pt>
                  <c:pt idx="10">
                    <c:v>Hetauda</c:v>
                  </c:pt>
                  <c:pt idx="11">
                    <c:v>Bhaktapur</c:v>
                  </c:pt>
                  <c:pt idx="12">
                    <c:v>Dhangadhi</c:v>
                  </c:pt>
                  <c:pt idx="13">
                    <c:v>Surkhet</c:v>
                  </c:pt>
                  <c:pt idx="14">
                    <c:v>Pokhara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270</c:v>
                </c:pt>
                <c:pt idx="1">
                  <c:v>277</c:v>
                </c:pt>
                <c:pt idx="2">
                  <c:v>256</c:v>
                </c:pt>
                <c:pt idx="3">
                  <c:v>227</c:v>
                </c:pt>
                <c:pt idx="4">
                  <c:v>203</c:v>
                </c:pt>
                <c:pt idx="5">
                  <c:v>203</c:v>
                </c:pt>
                <c:pt idx="6">
                  <c:v>202</c:v>
                </c:pt>
                <c:pt idx="7">
                  <c:v>191</c:v>
                </c:pt>
                <c:pt idx="8">
                  <c:v>174</c:v>
                </c:pt>
                <c:pt idx="9">
                  <c:v>174</c:v>
                </c:pt>
                <c:pt idx="10">
                  <c:v>174</c:v>
                </c:pt>
                <c:pt idx="11">
                  <c:v>164</c:v>
                </c:pt>
                <c:pt idx="12">
                  <c:v>152</c:v>
                </c:pt>
                <c:pt idx="13">
                  <c:v>100</c:v>
                </c:pt>
                <c:pt idx="14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5A6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6"/>
                </a:solidFill>
                <a:latin typeface="+mn-lt"/>
              </a:rPr>
              <a:t>Kathmandu hold-out period: actual vs forecast (µg/m³)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PM2.5 (t+6 h)</c:v>
                </c:pt>
              </c:strCache>
            </c:strRef>
          </c:tx>
          <c:spPr>
            <a:solidFill>
              <a:srgbClr val="1E2A36"/>
            </a:solidFill>
            <a:ln w="19050" cap="flat">
              <a:solidFill>
                <a:srgbClr val="1E2A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A36"/>
              </a:solidFill>
              <a:ln w="9525" cap="flat">
                <a:solidFill>
                  <a:srgbClr val="1E2A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Sheet1!$A$2:$A$337</c:f>
              <c:multiLvlStrCache>
                <c:ptCount val="336"/>
                <c:lvl>
                  <c:pt idx="0">
                    <c:v>09-26</c:v>
                  </c:pt>
                  <c:pt idx="1">
                    <c:v>09-26</c:v>
                  </c:pt>
                  <c:pt idx="2">
                    <c:v>09-26</c:v>
                  </c:pt>
                  <c:pt idx="3">
                    <c:v>09-26</c:v>
                  </c:pt>
                  <c:pt idx="4">
                    <c:v>09-26</c:v>
                  </c:pt>
                  <c:pt idx="5">
                    <c:v>09-27</c:v>
                  </c:pt>
                  <c:pt idx="6">
                    <c:v>09-27</c:v>
                  </c:pt>
                  <c:pt idx="7">
                    <c:v>09-27</c:v>
                  </c:pt>
                  <c:pt idx="8">
                    <c:v>09-27</c:v>
                  </c:pt>
                  <c:pt idx="9">
                    <c:v>09-27</c:v>
                  </c:pt>
                  <c:pt idx="10">
                    <c:v>09-27</c:v>
                  </c:pt>
                  <c:pt idx="11">
                    <c:v>09-27</c:v>
                  </c:pt>
                  <c:pt idx="12">
                    <c:v>09-27</c:v>
                  </c:pt>
                  <c:pt idx="13">
                    <c:v>09-27</c:v>
                  </c:pt>
                  <c:pt idx="14">
                    <c:v>09-27</c:v>
                  </c:pt>
                  <c:pt idx="15">
                    <c:v>09-27</c:v>
                  </c:pt>
                  <c:pt idx="16">
                    <c:v>09-27</c:v>
                  </c:pt>
                  <c:pt idx="17">
                    <c:v>09-27</c:v>
                  </c:pt>
                  <c:pt idx="18">
                    <c:v>09-27</c:v>
                  </c:pt>
                  <c:pt idx="19">
                    <c:v>09-27</c:v>
                  </c:pt>
                  <c:pt idx="20">
                    <c:v>09-27</c:v>
                  </c:pt>
                  <c:pt idx="21">
                    <c:v>09-27</c:v>
                  </c:pt>
                  <c:pt idx="22">
                    <c:v>09-27</c:v>
                  </c:pt>
                  <c:pt idx="23">
                    <c:v>09-27</c:v>
                  </c:pt>
                  <c:pt idx="24">
                    <c:v>09-27</c:v>
                  </c:pt>
                  <c:pt idx="25">
                    <c:v>09-27</c:v>
                  </c:pt>
                  <c:pt idx="26">
                    <c:v>09-27</c:v>
                  </c:pt>
                  <c:pt idx="27">
                    <c:v>09-27</c:v>
                  </c:pt>
                  <c:pt idx="28">
                    <c:v>09-27</c:v>
                  </c:pt>
                  <c:pt idx="29">
                    <c:v>09-28</c:v>
                  </c:pt>
                  <c:pt idx="30">
                    <c:v>09-28</c:v>
                  </c:pt>
                  <c:pt idx="31">
                    <c:v>09-28</c:v>
                  </c:pt>
                  <c:pt idx="32">
                    <c:v>09-28</c:v>
                  </c:pt>
                  <c:pt idx="33">
                    <c:v>09-28</c:v>
                  </c:pt>
                  <c:pt idx="34">
                    <c:v>09-28</c:v>
                  </c:pt>
                  <c:pt idx="35">
                    <c:v>09-28</c:v>
                  </c:pt>
                  <c:pt idx="36">
                    <c:v>09-28</c:v>
                  </c:pt>
                  <c:pt idx="37">
                    <c:v>09-28</c:v>
                  </c:pt>
                  <c:pt idx="38">
                    <c:v>09-28</c:v>
                  </c:pt>
                  <c:pt idx="39">
                    <c:v>09-28</c:v>
                  </c:pt>
                  <c:pt idx="40">
                    <c:v>09-28</c:v>
                  </c:pt>
                  <c:pt idx="41">
                    <c:v>09-28</c:v>
                  </c:pt>
                  <c:pt idx="42">
                    <c:v>09-28</c:v>
                  </c:pt>
                  <c:pt idx="43">
                    <c:v>09-28</c:v>
                  </c:pt>
                  <c:pt idx="44">
                    <c:v>09-28</c:v>
                  </c:pt>
                  <c:pt idx="45">
                    <c:v>09-28</c:v>
                  </c:pt>
                  <c:pt idx="46">
                    <c:v>09-28</c:v>
                  </c:pt>
                  <c:pt idx="47">
                    <c:v>09-28</c:v>
                  </c:pt>
                  <c:pt idx="48">
                    <c:v>09-28</c:v>
                  </c:pt>
                  <c:pt idx="49">
                    <c:v>09-28</c:v>
                  </c:pt>
                  <c:pt idx="50">
                    <c:v>09-28</c:v>
                  </c:pt>
                  <c:pt idx="51">
                    <c:v>09-28</c:v>
                  </c:pt>
                  <c:pt idx="52">
                    <c:v>09-28</c:v>
                  </c:pt>
                  <c:pt idx="53">
                    <c:v>09-29</c:v>
                  </c:pt>
                  <c:pt idx="54">
                    <c:v>09-29</c:v>
                  </c:pt>
                  <c:pt idx="55">
                    <c:v>09-29</c:v>
                  </c:pt>
                  <c:pt idx="56">
                    <c:v>09-29</c:v>
                  </c:pt>
                  <c:pt idx="57">
                    <c:v>09-29</c:v>
                  </c:pt>
                  <c:pt idx="58">
                    <c:v>09-29</c:v>
                  </c:pt>
                  <c:pt idx="59">
                    <c:v>09-29</c:v>
                  </c:pt>
                  <c:pt idx="60">
                    <c:v>09-29</c:v>
                  </c:pt>
                  <c:pt idx="61">
                    <c:v>09-29</c:v>
                  </c:pt>
                  <c:pt idx="62">
                    <c:v>09-29</c:v>
                  </c:pt>
                  <c:pt idx="63">
                    <c:v>09-29</c:v>
                  </c:pt>
                  <c:pt idx="64">
                    <c:v>09-29</c:v>
                  </c:pt>
                  <c:pt idx="65">
                    <c:v>09-29</c:v>
                  </c:pt>
                  <c:pt idx="66">
                    <c:v>09-29</c:v>
                  </c:pt>
                  <c:pt idx="67">
                    <c:v>09-29</c:v>
                  </c:pt>
                  <c:pt idx="68">
                    <c:v>09-29</c:v>
                  </c:pt>
                  <c:pt idx="69">
                    <c:v>09-29</c:v>
                  </c:pt>
                  <c:pt idx="70">
                    <c:v>09-29</c:v>
                  </c:pt>
                  <c:pt idx="71">
                    <c:v>09-29</c:v>
                  </c:pt>
                  <c:pt idx="72">
                    <c:v>09-29</c:v>
                  </c:pt>
                  <c:pt idx="73">
                    <c:v>09-29</c:v>
                  </c:pt>
                  <c:pt idx="74">
                    <c:v>09-29</c:v>
                  </c:pt>
                  <c:pt idx="75">
                    <c:v>09-29</c:v>
                  </c:pt>
                  <c:pt idx="76">
                    <c:v>09-29</c:v>
                  </c:pt>
                  <c:pt idx="77">
                    <c:v>09-30</c:v>
                  </c:pt>
                  <c:pt idx="78">
                    <c:v>09-30</c:v>
                  </c:pt>
                  <c:pt idx="79">
                    <c:v>09-30</c:v>
                  </c:pt>
                  <c:pt idx="80">
                    <c:v>09-30</c:v>
                  </c:pt>
                  <c:pt idx="81">
                    <c:v>09-30</c:v>
                  </c:pt>
                  <c:pt idx="82">
                    <c:v>09-30</c:v>
                  </c:pt>
                  <c:pt idx="83">
                    <c:v>09-30</c:v>
                  </c:pt>
                  <c:pt idx="84">
                    <c:v>09-30</c:v>
                  </c:pt>
                  <c:pt idx="85">
                    <c:v>09-30</c:v>
                  </c:pt>
                  <c:pt idx="86">
                    <c:v>09-30</c:v>
                  </c:pt>
                  <c:pt idx="87">
                    <c:v>09-30</c:v>
                  </c:pt>
                  <c:pt idx="88">
                    <c:v>09-30</c:v>
                  </c:pt>
                  <c:pt idx="89">
                    <c:v>09-30</c:v>
                  </c:pt>
                  <c:pt idx="90">
                    <c:v>09-30</c:v>
                  </c:pt>
                  <c:pt idx="91">
                    <c:v>09-30</c:v>
                  </c:pt>
                  <c:pt idx="92">
                    <c:v>09-30</c:v>
                  </c:pt>
                  <c:pt idx="93">
                    <c:v>09-30</c:v>
                  </c:pt>
                  <c:pt idx="94">
                    <c:v>09-30</c:v>
                  </c:pt>
                  <c:pt idx="95">
                    <c:v>09-30</c:v>
                  </c:pt>
                  <c:pt idx="96">
                    <c:v>09-30</c:v>
                  </c:pt>
                  <c:pt idx="97">
                    <c:v>09-30</c:v>
                  </c:pt>
                  <c:pt idx="98">
                    <c:v>09-30</c:v>
                  </c:pt>
                  <c:pt idx="99">
                    <c:v>09-30</c:v>
                  </c:pt>
                  <c:pt idx="100">
                    <c:v>09-30</c:v>
                  </c:pt>
                  <c:pt idx="101">
                    <c:v>10-01</c:v>
                  </c:pt>
                  <c:pt idx="102">
                    <c:v>10-01</c:v>
                  </c:pt>
                  <c:pt idx="103">
                    <c:v>10-01</c:v>
                  </c:pt>
                  <c:pt idx="104">
                    <c:v>10-01</c:v>
                  </c:pt>
                  <c:pt idx="105">
                    <c:v>10-01</c:v>
                  </c:pt>
                  <c:pt idx="106">
                    <c:v>10-01</c:v>
                  </c:pt>
                  <c:pt idx="107">
                    <c:v>10-01</c:v>
                  </c:pt>
                  <c:pt idx="108">
                    <c:v>10-01</c:v>
                  </c:pt>
                  <c:pt idx="109">
                    <c:v>10-01</c:v>
                  </c:pt>
                  <c:pt idx="110">
                    <c:v>10-01</c:v>
                  </c:pt>
                  <c:pt idx="111">
                    <c:v>10-01</c:v>
                  </c:pt>
                  <c:pt idx="112">
                    <c:v>10-01</c:v>
                  </c:pt>
                  <c:pt idx="113">
                    <c:v>10-01</c:v>
                  </c:pt>
                  <c:pt idx="114">
                    <c:v>10-01</c:v>
                  </c:pt>
                  <c:pt idx="115">
                    <c:v>10-01</c:v>
                  </c:pt>
                  <c:pt idx="116">
                    <c:v>10-01</c:v>
                  </c:pt>
                  <c:pt idx="117">
                    <c:v>10-01</c:v>
                  </c:pt>
                  <c:pt idx="118">
                    <c:v>10-01</c:v>
                  </c:pt>
                  <c:pt idx="119">
                    <c:v>10-01</c:v>
                  </c:pt>
                  <c:pt idx="120">
                    <c:v>10-01</c:v>
                  </c:pt>
                  <c:pt idx="121">
                    <c:v>10-01</c:v>
                  </c:pt>
                  <c:pt idx="122">
                    <c:v>10-01</c:v>
                  </c:pt>
                  <c:pt idx="123">
                    <c:v>10-01</c:v>
                  </c:pt>
                  <c:pt idx="124">
                    <c:v>10-01</c:v>
                  </c:pt>
                  <c:pt idx="125">
                    <c:v>10-02</c:v>
                  </c:pt>
                  <c:pt idx="126">
                    <c:v>10-02</c:v>
                  </c:pt>
                  <c:pt idx="127">
                    <c:v>10-02</c:v>
                  </c:pt>
                  <c:pt idx="128">
                    <c:v>10-02</c:v>
                  </c:pt>
                  <c:pt idx="129">
                    <c:v>10-02</c:v>
                  </c:pt>
                  <c:pt idx="130">
                    <c:v>10-02</c:v>
                  </c:pt>
                  <c:pt idx="131">
                    <c:v>10-02</c:v>
                  </c:pt>
                  <c:pt idx="132">
                    <c:v>10-02</c:v>
                  </c:pt>
                  <c:pt idx="133">
                    <c:v>10-02</c:v>
                  </c:pt>
                  <c:pt idx="134">
                    <c:v>10-02</c:v>
                  </c:pt>
                  <c:pt idx="135">
                    <c:v>10-02</c:v>
                  </c:pt>
                  <c:pt idx="136">
                    <c:v>10-02</c:v>
                  </c:pt>
                  <c:pt idx="137">
                    <c:v>10-02</c:v>
                  </c:pt>
                  <c:pt idx="138">
                    <c:v>10-02</c:v>
                  </c:pt>
                  <c:pt idx="139">
                    <c:v>10-02</c:v>
                  </c:pt>
                  <c:pt idx="140">
                    <c:v>10-02</c:v>
                  </c:pt>
                  <c:pt idx="141">
                    <c:v>10-02</c:v>
                  </c:pt>
                  <c:pt idx="142">
                    <c:v>10-02</c:v>
                  </c:pt>
                  <c:pt idx="143">
                    <c:v>10-02</c:v>
                  </c:pt>
                  <c:pt idx="144">
                    <c:v>10-02</c:v>
                  </c:pt>
                  <c:pt idx="145">
                    <c:v>10-02</c:v>
                  </c:pt>
                  <c:pt idx="146">
                    <c:v>10-02</c:v>
                  </c:pt>
                  <c:pt idx="147">
                    <c:v>10-02</c:v>
                  </c:pt>
                  <c:pt idx="148">
                    <c:v>10-02</c:v>
                  </c:pt>
                  <c:pt idx="149">
                    <c:v>10-03</c:v>
                  </c:pt>
                  <c:pt idx="150">
                    <c:v>10-03</c:v>
                  </c:pt>
                  <c:pt idx="151">
                    <c:v>10-03</c:v>
                  </c:pt>
                  <c:pt idx="152">
                    <c:v>10-03</c:v>
                  </c:pt>
                  <c:pt idx="153">
                    <c:v>10-03</c:v>
                  </c:pt>
                  <c:pt idx="154">
                    <c:v>10-03</c:v>
                  </c:pt>
                  <c:pt idx="155">
                    <c:v>10-03</c:v>
                  </c:pt>
                  <c:pt idx="156">
                    <c:v>10-03</c:v>
                  </c:pt>
                  <c:pt idx="157">
                    <c:v>10-03</c:v>
                  </c:pt>
                  <c:pt idx="158">
                    <c:v>10-03</c:v>
                  </c:pt>
                  <c:pt idx="159">
                    <c:v>10-03</c:v>
                  </c:pt>
                  <c:pt idx="160">
                    <c:v>10-03</c:v>
                  </c:pt>
                  <c:pt idx="161">
                    <c:v>10-03</c:v>
                  </c:pt>
                  <c:pt idx="162">
                    <c:v>10-03</c:v>
                  </c:pt>
                  <c:pt idx="163">
                    <c:v>10-03</c:v>
                  </c:pt>
                  <c:pt idx="164">
                    <c:v>10-03</c:v>
                  </c:pt>
                  <c:pt idx="165">
                    <c:v>10-03</c:v>
                  </c:pt>
                  <c:pt idx="166">
                    <c:v>10-03</c:v>
                  </c:pt>
                  <c:pt idx="167">
                    <c:v>10-03</c:v>
                  </c:pt>
                  <c:pt idx="168">
                    <c:v>10-03</c:v>
                  </c:pt>
                  <c:pt idx="169">
                    <c:v>10-03</c:v>
                  </c:pt>
                  <c:pt idx="170">
                    <c:v>10-03</c:v>
                  </c:pt>
                  <c:pt idx="171">
                    <c:v>10-03</c:v>
                  </c:pt>
                  <c:pt idx="172">
                    <c:v>10-03</c:v>
                  </c:pt>
                  <c:pt idx="173">
                    <c:v>10-04</c:v>
                  </c:pt>
                  <c:pt idx="174">
                    <c:v>10-04</c:v>
                  </c:pt>
                  <c:pt idx="175">
                    <c:v>10-04</c:v>
                  </c:pt>
                  <c:pt idx="176">
                    <c:v>10-04</c:v>
                  </c:pt>
                  <c:pt idx="177">
                    <c:v>10-04</c:v>
                  </c:pt>
                  <c:pt idx="178">
                    <c:v>10-04</c:v>
                  </c:pt>
                  <c:pt idx="179">
                    <c:v>10-04</c:v>
                  </c:pt>
                  <c:pt idx="180">
                    <c:v>10-04</c:v>
                  </c:pt>
                  <c:pt idx="181">
                    <c:v>10-04</c:v>
                  </c:pt>
                  <c:pt idx="182">
                    <c:v>10-04</c:v>
                  </c:pt>
                  <c:pt idx="183">
                    <c:v>10-04</c:v>
                  </c:pt>
                  <c:pt idx="184">
                    <c:v>10-04</c:v>
                  </c:pt>
                  <c:pt idx="185">
                    <c:v>10-04</c:v>
                  </c:pt>
                  <c:pt idx="186">
                    <c:v>10-04</c:v>
                  </c:pt>
                  <c:pt idx="187">
                    <c:v>10-04</c:v>
                  </c:pt>
                  <c:pt idx="188">
                    <c:v>10-04</c:v>
                  </c:pt>
                  <c:pt idx="189">
                    <c:v>10-04</c:v>
                  </c:pt>
                  <c:pt idx="190">
                    <c:v>10-04</c:v>
                  </c:pt>
                  <c:pt idx="191">
                    <c:v>10-04</c:v>
                  </c:pt>
                  <c:pt idx="192">
                    <c:v>10-04</c:v>
                  </c:pt>
                  <c:pt idx="193">
                    <c:v>10-04</c:v>
                  </c:pt>
                  <c:pt idx="194">
                    <c:v>10-04</c:v>
                  </c:pt>
                  <c:pt idx="195">
                    <c:v>10-04</c:v>
                  </c:pt>
                  <c:pt idx="196">
                    <c:v>10-04</c:v>
                  </c:pt>
                  <c:pt idx="197">
                    <c:v>10-05</c:v>
                  </c:pt>
                  <c:pt idx="198">
                    <c:v>10-05</c:v>
                  </c:pt>
                  <c:pt idx="199">
                    <c:v>10-05</c:v>
                  </c:pt>
                  <c:pt idx="200">
                    <c:v>10-05</c:v>
                  </c:pt>
                  <c:pt idx="201">
                    <c:v>10-05</c:v>
                  </c:pt>
                  <c:pt idx="202">
                    <c:v>10-05</c:v>
                  </c:pt>
                  <c:pt idx="203">
                    <c:v>10-05</c:v>
                  </c:pt>
                  <c:pt idx="204">
                    <c:v>10-05</c:v>
                  </c:pt>
                  <c:pt idx="205">
                    <c:v>10-05</c:v>
                  </c:pt>
                  <c:pt idx="206">
                    <c:v>10-05</c:v>
                  </c:pt>
                  <c:pt idx="207">
                    <c:v>10-05</c:v>
                  </c:pt>
                  <c:pt idx="208">
                    <c:v>10-05</c:v>
                  </c:pt>
                  <c:pt idx="209">
                    <c:v>10-05</c:v>
                  </c:pt>
                  <c:pt idx="210">
                    <c:v>10-05</c:v>
                  </c:pt>
                  <c:pt idx="211">
                    <c:v>10-05</c:v>
                  </c:pt>
                  <c:pt idx="212">
                    <c:v>10-05</c:v>
                  </c:pt>
                  <c:pt idx="213">
                    <c:v>10-05</c:v>
                  </c:pt>
                  <c:pt idx="214">
                    <c:v>10-05</c:v>
                  </c:pt>
                  <c:pt idx="215">
                    <c:v>10-05</c:v>
                  </c:pt>
                  <c:pt idx="216">
                    <c:v>10-05</c:v>
                  </c:pt>
                  <c:pt idx="217">
                    <c:v>10-05</c:v>
                  </c:pt>
                  <c:pt idx="218">
                    <c:v>10-05</c:v>
                  </c:pt>
                  <c:pt idx="219">
                    <c:v>10-05</c:v>
                  </c:pt>
                  <c:pt idx="220">
                    <c:v>10-05</c:v>
                  </c:pt>
                  <c:pt idx="221">
                    <c:v>10-06</c:v>
                  </c:pt>
                  <c:pt idx="222">
                    <c:v>10-06</c:v>
                  </c:pt>
                  <c:pt idx="223">
                    <c:v>10-06</c:v>
                  </c:pt>
                  <c:pt idx="224">
                    <c:v>10-06</c:v>
                  </c:pt>
                  <c:pt idx="225">
                    <c:v>10-06</c:v>
                  </c:pt>
                  <c:pt idx="226">
                    <c:v>10-06</c:v>
                  </c:pt>
                  <c:pt idx="227">
                    <c:v>10-06</c:v>
                  </c:pt>
                  <c:pt idx="228">
                    <c:v>10-06</c:v>
                  </c:pt>
                  <c:pt idx="229">
                    <c:v>10-06</c:v>
                  </c:pt>
                  <c:pt idx="230">
                    <c:v>10-06</c:v>
                  </c:pt>
                  <c:pt idx="231">
                    <c:v>10-06</c:v>
                  </c:pt>
                  <c:pt idx="232">
                    <c:v>10-06</c:v>
                  </c:pt>
                  <c:pt idx="233">
                    <c:v>10-06</c:v>
                  </c:pt>
                  <c:pt idx="234">
                    <c:v>10-06</c:v>
                  </c:pt>
                  <c:pt idx="235">
                    <c:v>10-06</c:v>
                  </c:pt>
                  <c:pt idx="236">
                    <c:v>10-06</c:v>
                  </c:pt>
                  <c:pt idx="237">
                    <c:v>10-06</c:v>
                  </c:pt>
                  <c:pt idx="238">
                    <c:v>10-06</c:v>
                  </c:pt>
                  <c:pt idx="239">
                    <c:v>10-06</c:v>
                  </c:pt>
                  <c:pt idx="240">
                    <c:v>10-06</c:v>
                  </c:pt>
                  <c:pt idx="241">
                    <c:v>10-06</c:v>
                  </c:pt>
                  <c:pt idx="242">
                    <c:v>10-06</c:v>
                  </c:pt>
                  <c:pt idx="243">
                    <c:v>10-06</c:v>
                  </c:pt>
                  <c:pt idx="244">
                    <c:v>10-06</c:v>
                  </c:pt>
                  <c:pt idx="245">
                    <c:v>10-07</c:v>
                  </c:pt>
                  <c:pt idx="246">
                    <c:v>10-07</c:v>
                  </c:pt>
                  <c:pt idx="247">
                    <c:v>10-07</c:v>
                  </c:pt>
                  <c:pt idx="248">
                    <c:v>10-07</c:v>
                  </c:pt>
                  <c:pt idx="249">
                    <c:v>10-07</c:v>
                  </c:pt>
                  <c:pt idx="250">
                    <c:v>10-07</c:v>
                  </c:pt>
                  <c:pt idx="251">
                    <c:v>10-07</c:v>
                  </c:pt>
                  <c:pt idx="252">
                    <c:v>10-07</c:v>
                  </c:pt>
                  <c:pt idx="253">
                    <c:v>10-07</c:v>
                  </c:pt>
                  <c:pt idx="254">
                    <c:v>10-07</c:v>
                  </c:pt>
                  <c:pt idx="255">
                    <c:v>10-07</c:v>
                  </c:pt>
                  <c:pt idx="256">
                    <c:v>10-07</c:v>
                  </c:pt>
                  <c:pt idx="257">
                    <c:v>10-07</c:v>
                  </c:pt>
                  <c:pt idx="258">
                    <c:v>10-07</c:v>
                  </c:pt>
                  <c:pt idx="259">
                    <c:v>10-07</c:v>
                  </c:pt>
                  <c:pt idx="260">
                    <c:v>10-07</c:v>
                  </c:pt>
                  <c:pt idx="261">
                    <c:v>10-07</c:v>
                  </c:pt>
                  <c:pt idx="262">
                    <c:v>10-07</c:v>
                  </c:pt>
                  <c:pt idx="263">
                    <c:v>10-07</c:v>
                  </c:pt>
                  <c:pt idx="264">
                    <c:v>10-07</c:v>
                  </c:pt>
                  <c:pt idx="265">
                    <c:v>10-07</c:v>
                  </c:pt>
                  <c:pt idx="266">
                    <c:v>10-07</c:v>
                  </c:pt>
                  <c:pt idx="267">
                    <c:v>10-07</c:v>
                  </c:pt>
                  <c:pt idx="268">
                    <c:v>10-07</c:v>
                  </c:pt>
                  <c:pt idx="269">
                    <c:v>10-08</c:v>
                  </c:pt>
                  <c:pt idx="270">
                    <c:v>10-08</c:v>
                  </c:pt>
                  <c:pt idx="271">
                    <c:v>10-08</c:v>
                  </c:pt>
                  <c:pt idx="272">
                    <c:v>10-08</c:v>
                  </c:pt>
                  <c:pt idx="273">
                    <c:v>10-08</c:v>
                  </c:pt>
                  <c:pt idx="274">
                    <c:v>10-08</c:v>
                  </c:pt>
                  <c:pt idx="275">
                    <c:v>10-08</c:v>
                  </c:pt>
                  <c:pt idx="276">
                    <c:v>10-08</c:v>
                  </c:pt>
                  <c:pt idx="277">
                    <c:v>10-08</c:v>
                  </c:pt>
                  <c:pt idx="278">
                    <c:v>10-08</c:v>
                  </c:pt>
                  <c:pt idx="279">
                    <c:v>10-08</c:v>
                  </c:pt>
                  <c:pt idx="280">
                    <c:v>10-08</c:v>
                  </c:pt>
                  <c:pt idx="281">
                    <c:v>10-08</c:v>
                  </c:pt>
                  <c:pt idx="282">
                    <c:v>10-08</c:v>
                  </c:pt>
                  <c:pt idx="283">
                    <c:v>10-08</c:v>
                  </c:pt>
                  <c:pt idx="284">
                    <c:v>10-08</c:v>
                  </c:pt>
                  <c:pt idx="285">
                    <c:v>10-08</c:v>
                  </c:pt>
                  <c:pt idx="286">
                    <c:v>10-08</c:v>
                  </c:pt>
                  <c:pt idx="287">
                    <c:v>10-08</c:v>
                  </c:pt>
                  <c:pt idx="288">
                    <c:v>10-08</c:v>
                  </c:pt>
                  <c:pt idx="289">
                    <c:v>10-08</c:v>
                  </c:pt>
                  <c:pt idx="290">
                    <c:v>10-08</c:v>
                  </c:pt>
                  <c:pt idx="291">
                    <c:v>10-08</c:v>
                  </c:pt>
                  <c:pt idx="292">
                    <c:v>10-08</c:v>
                  </c:pt>
                  <c:pt idx="293">
                    <c:v>10-09</c:v>
                  </c:pt>
                  <c:pt idx="294">
                    <c:v>10-09</c:v>
                  </c:pt>
                  <c:pt idx="295">
                    <c:v>10-09</c:v>
                  </c:pt>
                  <c:pt idx="296">
                    <c:v>10-09</c:v>
                  </c:pt>
                  <c:pt idx="297">
                    <c:v>10-09</c:v>
                  </c:pt>
                  <c:pt idx="298">
                    <c:v>10-09</c:v>
                  </c:pt>
                  <c:pt idx="299">
                    <c:v>10-09</c:v>
                  </c:pt>
                  <c:pt idx="300">
                    <c:v>10-09</c:v>
                  </c:pt>
                  <c:pt idx="301">
                    <c:v>10-09</c:v>
                  </c:pt>
                  <c:pt idx="302">
                    <c:v>10-09</c:v>
                  </c:pt>
                  <c:pt idx="303">
                    <c:v>10-09</c:v>
                  </c:pt>
                  <c:pt idx="304">
                    <c:v>10-09</c:v>
                  </c:pt>
                  <c:pt idx="305">
                    <c:v>10-09</c:v>
                  </c:pt>
                  <c:pt idx="306">
                    <c:v>10-09</c:v>
                  </c:pt>
                  <c:pt idx="307">
                    <c:v>10-09</c:v>
                  </c:pt>
                  <c:pt idx="308">
                    <c:v>10-09</c:v>
                  </c:pt>
                  <c:pt idx="309">
                    <c:v>10-09</c:v>
                  </c:pt>
                  <c:pt idx="310">
                    <c:v>10-09</c:v>
                  </c:pt>
                  <c:pt idx="311">
                    <c:v>10-09</c:v>
                  </c:pt>
                  <c:pt idx="312">
                    <c:v>10-09</c:v>
                  </c:pt>
                  <c:pt idx="313">
                    <c:v>10-09</c:v>
                  </c:pt>
                  <c:pt idx="314">
                    <c:v>10-09</c:v>
                  </c:pt>
                  <c:pt idx="315">
                    <c:v>10-09</c:v>
                  </c:pt>
                  <c:pt idx="316">
                    <c:v>10-09</c:v>
                  </c:pt>
                  <c:pt idx="317">
                    <c:v>10-10</c:v>
                  </c:pt>
                  <c:pt idx="318">
                    <c:v>10-10</c:v>
                  </c:pt>
                  <c:pt idx="319">
                    <c:v>10-10</c:v>
                  </c:pt>
                  <c:pt idx="320">
                    <c:v>10-10</c:v>
                  </c:pt>
                  <c:pt idx="321">
                    <c:v>10-10</c:v>
                  </c:pt>
                  <c:pt idx="322">
                    <c:v>10-10</c:v>
                  </c:pt>
                  <c:pt idx="323">
                    <c:v>10-10</c:v>
                  </c:pt>
                  <c:pt idx="324">
                    <c:v>10-10</c:v>
                  </c:pt>
                  <c:pt idx="325">
                    <c:v>10-10</c:v>
                  </c:pt>
                  <c:pt idx="326">
                    <c:v>10-10</c:v>
                  </c:pt>
                  <c:pt idx="327">
                    <c:v>10-10</c:v>
                  </c:pt>
                  <c:pt idx="328">
                    <c:v>10-10</c:v>
                  </c:pt>
                  <c:pt idx="329">
                    <c:v>10-10</c:v>
                  </c:pt>
                  <c:pt idx="330">
                    <c:v>10-10</c:v>
                  </c:pt>
                  <c:pt idx="331">
                    <c:v>10-10</c:v>
                  </c:pt>
                  <c:pt idx="332">
                    <c:v>10-10</c:v>
                  </c:pt>
                  <c:pt idx="333">
                    <c:v>10-10</c:v>
                  </c:pt>
                  <c:pt idx="334">
                    <c:v>10-10</c:v>
                  </c:pt>
                  <c:pt idx="335">
                    <c:v>10-10</c:v>
                  </c:pt>
                </c:lvl>
              </c:multiLvlStrCache>
            </c:multiLvlStrRef>
          </c:cat>
          <c:val>
            <c:numRef>
              <c:f>Sheet1!$B$2:$B$337</c:f>
              <c:numCache>
                <c:formatCode>General</c:formatCode>
                <c:ptCount val="336"/>
                <c:pt idx="0">
                  <c:v>4.9</c:v>
                </c:pt>
                <c:pt idx="1">
                  <c:v>5</c:v>
                </c:pt>
                <c:pt idx="2">
                  <c:v>5.1</c:v>
                </c:pt>
                <c:pt idx="3">
                  <c:v>5.6</c:v>
                </c:pt>
                <c:pt idx="4">
                  <c:v>7.8</c:v>
                </c:pt>
                <c:pt idx="5">
                  <c:v>9.3</c:v>
                </c:pt>
                <c:pt idx="6">
                  <c:v>10.2</c:v>
                </c:pt>
                <c:pt idx="7">
                  <c:v>11</c:v>
                </c:pt>
                <c:pt idx="8">
                  <c:v>10.1</c:v>
                </c:pt>
                <c:pt idx="9">
                  <c:v>9.7</c:v>
                </c:pt>
                <c:pt idx="10">
                  <c:v>10</c:v>
                </c:pt>
                <c:pt idx="11">
                  <c:v>9.4</c:v>
                </c:pt>
                <c:pt idx="12">
                  <c:v>9.4</c:v>
                </c:pt>
                <c:pt idx="13">
                  <c:v>10.1</c:v>
                </c:pt>
                <c:pt idx="14">
                  <c:v>10.8</c:v>
                </c:pt>
                <c:pt idx="15">
                  <c:v>11.5</c:v>
                </c:pt>
                <c:pt idx="16">
                  <c:v>8.9</c:v>
                </c:pt>
                <c:pt idx="17">
                  <c:v>15.5</c:v>
                </c:pt>
                <c:pt idx="18">
                  <c:v>21.5</c:v>
                </c:pt>
                <c:pt idx="19">
                  <c:v>25</c:v>
                </c:pt>
                <c:pt idx="20">
                  <c:v>27.9</c:v>
                </c:pt>
                <c:pt idx="21">
                  <c:v>31.1</c:v>
                </c:pt>
                <c:pt idx="22">
                  <c:v>32.1</c:v>
                </c:pt>
                <c:pt idx="23">
                  <c:v>32.9</c:v>
                </c:pt>
                <c:pt idx="24">
                  <c:v>32.9</c:v>
                </c:pt>
                <c:pt idx="25">
                  <c:v>31.7</c:v>
                </c:pt>
                <c:pt idx="26">
                  <c:v>30.7</c:v>
                </c:pt>
                <c:pt idx="27">
                  <c:v>30.3</c:v>
                </c:pt>
                <c:pt idx="28">
                  <c:v>14</c:v>
                </c:pt>
                <c:pt idx="29">
                  <c:v>21.9</c:v>
                </c:pt>
                <c:pt idx="30">
                  <c:v>14.6</c:v>
                </c:pt>
                <c:pt idx="31">
                  <c:v>10</c:v>
                </c:pt>
                <c:pt idx="32">
                  <c:v>10.9</c:v>
                </c:pt>
                <c:pt idx="33">
                  <c:v>11.7</c:v>
                </c:pt>
                <c:pt idx="34">
                  <c:v>13.3</c:v>
                </c:pt>
                <c:pt idx="35">
                  <c:v>13.1</c:v>
                </c:pt>
                <c:pt idx="36">
                  <c:v>13.9</c:v>
                </c:pt>
                <c:pt idx="37">
                  <c:v>15.1</c:v>
                </c:pt>
                <c:pt idx="38">
                  <c:v>18</c:v>
                </c:pt>
                <c:pt idx="39">
                  <c:v>21.1</c:v>
                </c:pt>
                <c:pt idx="40">
                  <c:v>18</c:v>
                </c:pt>
                <c:pt idx="41">
                  <c:v>25.3</c:v>
                </c:pt>
                <c:pt idx="42">
                  <c:v>32.1</c:v>
                </c:pt>
                <c:pt idx="43">
                  <c:v>37</c:v>
                </c:pt>
                <c:pt idx="44">
                  <c:v>42.6</c:v>
                </c:pt>
                <c:pt idx="45">
                  <c:v>42.4</c:v>
                </c:pt>
                <c:pt idx="46">
                  <c:v>41.1</c:v>
                </c:pt>
                <c:pt idx="47">
                  <c:v>39.1</c:v>
                </c:pt>
                <c:pt idx="48">
                  <c:v>37.8</c:v>
                </c:pt>
                <c:pt idx="49">
                  <c:v>36.8</c:v>
                </c:pt>
                <c:pt idx="50">
                  <c:v>36.3</c:v>
                </c:pt>
                <c:pt idx="51">
                  <c:v>35.6</c:v>
                </c:pt>
                <c:pt idx="52">
                  <c:v>26.2</c:v>
                </c:pt>
                <c:pt idx="53">
                  <c:v>33.6</c:v>
                </c:pt>
                <c:pt idx="54">
                  <c:v>25</c:v>
                </c:pt>
                <c:pt idx="55">
                  <c:v>18.9</c:v>
                </c:pt>
                <c:pt idx="56">
                  <c:v>16.5</c:v>
                </c:pt>
                <c:pt idx="57">
                  <c:v>15.3</c:v>
                </c:pt>
                <c:pt idx="58">
                  <c:v>14.2</c:v>
                </c:pt>
                <c:pt idx="59">
                  <c:v>14</c:v>
                </c:pt>
                <c:pt idx="60">
                  <c:v>13.9</c:v>
                </c:pt>
                <c:pt idx="61">
                  <c:v>14.8</c:v>
                </c:pt>
                <c:pt idx="62">
                  <c:v>14.6</c:v>
                </c:pt>
                <c:pt idx="63">
                  <c:v>14.8</c:v>
                </c:pt>
                <c:pt idx="64">
                  <c:v>15.7</c:v>
                </c:pt>
                <c:pt idx="65">
                  <c:v>19.3</c:v>
                </c:pt>
                <c:pt idx="66">
                  <c:v>23.5</c:v>
                </c:pt>
                <c:pt idx="67">
                  <c:v>26.8</c:v>
                </c:pt>
                <c:pt idx="68">
                  <c:v>26.4</c:v>
                </c:pt>
                <c:pt idx="69">
                  <c:v>30.3</c:v>
                </c:pt>
                <c:pt idx="70">
                  <c:v>31.7</c:v>
                </c:pt>
                <c:pt idx="71">
                  <c:v>34.2</c:v>
                </c:pt>
                <c:pt idx="72">
                  <c:v>34.2</c:v>
                </c:pt>
                <c:pt idx="73">
                  <c:v>33.1</c:v>
                </c:pt>
                <c:pt idx="74">
                  <c:v>32.5</c:v>
                </c:pt>
                <c:pt idx="75">
                  <c:v>30.6</c:v>
                </c:pt>
                <c:pt idx="76">
                  <c:v>18.2</c:v>
                </c:pt>
                <c:pt idx="77">
                  <c:v>26.1</c:v>
                </c:pt>
                <c:pt idx="78">
                  <c:v>21.3</c:v>
                </c:pt>
                <c:pt idx="79">
                  <c:v>14.8</c:v>
                </c:pt>
                <c:pt idx="80">
                  <c:v>13.8</c:v>
                </c:pt>
                <c:pt idx="81">
                  <c:v>13.2</c:v>
                </c:pt>
                <c:pt idx="82">
                  <c:v>12.7</c:v>
                </c:pt>
                <c:pt idx="83">
                  <c:v>12.6</c:v>
                </c:pt>
                <c:pt idx="84">
                  <c:v>13</c:v>
                </c:pt>
                <c:pt idx="85">
                  <c:v>14.3</c:v>
                </c:pt>
                <c:pt idx="86">
                  <c:v>14.7</c:v>
                </c:pt>
                <c:pt idx="87">
                  <c:v>16</c:v>
                </c:pt>
                <c:pt idx="88">
                  <c:v>24.5</c:v>
                </c:pt>
                <c:pt idx="89">
                  <c:v>29.7</c:v>
                </c:pt>
                <c:pt idx="90">
                  <c:v>34.2</c:v>
                </c:pt>
                <c:pt idx="91">
                  <c:v>35.4</c:v>
                </c:pt>
                <c:pt idx="92">
                  <c:v>33.5</c:v>
                </c:pt>
                <c:pt idx="93">
                  <c:v>35.4</c:v>
                </c:pt>
                <c:pt idx="94">
                  <c:v>34.9</c:v>
                </c:pt>
                <c:pt idx="95">
                  <c:v>31.1</c:v>
                </c:pt>
                <c:pt idx="96">
                  <c:v>30.9</c:v>
                </c:pt>
                <c:pt idx="97">
                  <c:v>32</c:v>
                </c:pt>
                <c:pt idx="98">
                  <c:v>31.1</c:v>
                </c:pt>
                <c:pt idx="99">
                  <c:v>24.6</c:v>
                </c:pt>
                <c:pt idx="100">
                  <c:v>25.4</c:v>
                </c:pt>
                <c:pt idx="101">
                  <c:v>38.9</c:v>
                </c:pt>
                <c:pt idx="102">
                  <c:v>24</c:v>
                </c:pt>
                <c:pt idx="103">
                  <c:v>20.1</c:v>
                </c:pt>
                <c:pt idx="104">
                  <c:v>18.6</c:v>
                </c:pt>
                <c:pt idx="105">
                  <c:v>17.9</c:v>
                </c:pt>
                <c:pt idx="106">
                  <c:v>17.8</c:v>
                </c:pt>
                <c:pt idx="107">
                  <c:v>17.4</c:v>
                </c:pt>
                <c:pt idx="108">
                  <c:v>16.8</c:v>
                </c:pt>
                <c:pt idx="109">
                  <c:v>17.6</c:v>
                </c:pt>
                <c:pt idx="110">
                  <c:v>19.4</c:v>
                </c:pt>
                <c:pt idx="111">
                  <c:v>20</c:v>
                </c:pt>
                <c:pt idx="112">
                  <c:v>26.4</c:v>
                </c:pt>
                <c:pt idx="113">
                  <c:v>32.7</c:v>
                </c:pt>
                <c:pt idx="114">
                  <c:v>39</c:v>
                </c:pt>
                <c:pt idx="115">
                  <c:v>45.5</c:v>
                </c:pt>
                <c:pt idx="116">
                  <c:v>51.3</c:v>
                </c:pt>
                <c:pt idx="117">
                  <c:v>53.2</c:v>
                </c:pt>
                <c:pt idx="118">
                  <c:v>51.2</c:v>
                </c:pt>
                <c:pt idx="119">
                  <c:v>48.7</c:v>
                </c:pt>
                <c:pt idx="120">
                  <c:v>47.5</c:v>
                </c:pt>
                <c:pt idx="121">
                  <c:v>45.5</c:v>
                </c:pt>
                <c:pt idx="122">
                  <c:v>43.2</c:v>
                </c:pt>
                <c:pt idx="123">
                  <c:v>44.9</c:v>
                </c:pt>
                <c:pt idx="124">
                  <c:v>29.4</c:v>
                </c:pt>
                <c:pt idx="125">
                  <c:v>30.5</c:v>
                </c:pt>
                <c:pt idx="126">
                  <c:v>29.8</c:v>
                </c:pt>
                <c:pt idx="127">
                  <c:v>26.1</c:v>
                </c:pt>
                <c:pt idx="128">
                  <c:v>25.6</c:v>
                </c:pt>
                <c:pt idx="129">
                  <c:v>26.8</c:v>
                </c:pt>
                <c:pt idx="130">
                  <c:v>29.3</c:v>
                </c:pt>
                <c:pt idx="131">
                  <c:v>29.8</c:v>
                </c:pt>
                <c:pt idx="132">
                  <c:v>27.2</c:v>
                </c:pt>
                <c:pt idx="133">
                  <c:v>28.7</c:v>
                </c:pt>
                <c:pt idx="134">
                  <c:v>28.5</c:v>
                </c:pt>
                <c:pt idx="135">
                  <c:v>29.2</c:v>
                </c:pt>
                <c:pt idx="136">
                  <c:v>36.1</c:v>
                </c:pt>
                <c:pt idx="137">
                  <c:v>41.7</c:v>
                </c:pt>
                <c:pt idx="138">
                  <c:v>48.7</c:v>
                </c:pt>
                <c:pt idx="139">
                  <c:v>48.4</c:v>
                </c:pt>
                <c:pt idx="140">
                  <c:v>52.5</c:v>
                </c:pt>
                <c:pt idx="141">
                  <c:v>55.1</c:v>
                </c:pt>
                <c:pt idx="142">
                  <c:v>49.7</c:v>
                </c:pt>
                <c:pt idx="143">
                  <c:v>48</c:v>
                </c:pt>
                <c:pt idx="144">
                  <c:v>45.4</c:v>
                </c:pt>
                <c:pt idx="145">
                  <c:v>41.9</c:v>
                </c:pt>
                <c:pt idx="146">
                  <c:v>39.6</c:v>
                </c:pt>
                <c:pt idx="147">
                  <c:v>39.1</c:v>
                </c:pt>
                <c:pt idx="148">
                  <c:v>33.5</c:v>
                </c:pt>
                <c:pt idx="149">
                  <c:v>38.9</c:v>
                </c:pt>
                <c:pt idx="150">
                  <c:v>24.1</c:v>
                </c:pt>
                <c:pt idx="151">
                  <c:v>16.8</c:v>
                </c:pt>
                <c:pt idx="152">
                  <c:v>13.8</c:v>
                </c:pt>
                <c:pt idx="153">
                  <c:v>13.2</c:v>
                </c:pt>
                <c:pt idx="154">
                  <c:v>13.5</c:v>
                </c:pt>
                <c:pt idx="155">
                  <c:v>13.3</c:v>
                </c:pt>
                <c:pt idx="156">
                  <c:v>12.7</c:v>
                </c:pt>
                <c:pt idx="157">
                  <c:v>12.8</c:v>
                </c:pt>
                <c:pt idx="158">
                  <c:v>12.6</c:v>
                </c:pt>
                <c:pt idx="159">
                  <c:v>14</c:v>
                </c:pt>
                <c:pt idx="160">
                  <c:v>24.9</c:v>
                </c:pt>
                <c:pt idx="161">
                  <c:v>31</c:v>
                </c:pt>
                <c:pt idx="162">
                  <c:v>35.6</c:v>
                </c:pt>
                <c:pt idx="163">
                  <c:v>39.3</c:v>
                </c:pt>
                <c:pt idx="164">
                  <c:v>43.5</c:v>
                </c:pt>
                <c:pt idx="165">
                  <c:v>47.3</c:v>
                </c:pt>
                <c:pt idx="166">
                  <c:v>48.4</c:v>
                </c:pt>
                <c:pt idx="167">
                  <c:v>45.1</c:v>
                </c:pt>
                <c:pt idx="168">
                  <c:v>40.6</c:v>
                </c:pt>
                <c:pt idx="169">
                  <c:v>36.6</c:v>
                </c:pt>
                <c:pt idx="170">
                  <c:v>32.4</c:v>
                </c:pt>
                <c:pt idx="171">
                  <c:v>29</c:v>
                </c:pt>
                <c:pt idx="172">
                  <c:v>13.5</c:v>
                </c:pt>
                <c:pt idx="173">
                  <c:v>16.3</c:v>
                </c:pt>
                <c:pt idx="174">
                  <c:v>16.8</c:v>
                </c:pt>
                <c:pt idx="175">
                  <c:v>13</c:v>
                </c:pt>
                <c:pt idx="176">
                  <c:v>10.5</c:v>
                </c:pt>
                <c:pt idx="177">
                  <c:v>11.6</c:v>
                </c:pt>
                <c:pt idx="178">
                  <c:v>14.2</c:v>
                </c:pt>
                <c:pt idx="179">
                  <c:v>17.6</c:v>
                </c:pt>
                <c:pt idx="180">
                  <c:v>20</c:v>
                </c:pt>
                <c:pt idx="181">
                  <c:v>19.9</c:v>
                </c:pt>
                <c:pt idx="182">
                  <c:v>19.8</c:v>
                </c:pt>
                <c:pt idx="183">
                  <c:v>21.2</c:v>
                </c:pt>
                <c:pt idx="184">
                  <c:v>24.5</c:v>
                </c:pt>
                <c:pt idx="185">
                  <c:v>32.8</c:v>
                </c:pt>
                <c:pt idx="186">
                  <c:v>39.6</c:v>
                </c:pt>
                <c:pt idx="187">
                  <c:v>47.1</c:v>
                </c:pt>
                <c:pt idx="188">
                  <c:v>50.3</c:v>
                </c:pt>
                <c:pt idx="189">
                  <c:v>51.7</c:v>
                </c:pt>
                <c:pt idx="190">
                  <c:v>49.2</c:v>
                </c:pt>
                <c:pt idx="191">
                  <c:v>48.5</c:v>
                </c:pt>
                <c:pt idx="192">
                  <c:v>47.8</c:v>
                </c:pt>
                <c:pt idx="193">
                  <c:v>45.9</c:v>
                </c:pt>
                <c:pt idx="194">
                  <c:v>42.4</c:v>
                </c:pt>
                <c:pt idx="195">
                  <c:v>40.4</c:v>
                </c:pt>
                <c:pt idx="196">
                  <c:v>35.9</c:v>
                </c:pt>
                <c:pt idx="197">
                  <c:v>40.3</c:v>
                </c:pt>
                <c:pt idx="198">
                  <c:v>38.9</c:v>
                </c:pt>
                <c:pt idx="199">
                  <c:v>35</c:v>
                </c:pt>
                <c:pt idx="200">
                  <c:v>30.3</c:v>
                </c:pt>
                <c:pt idx="201">
                  <c:v>31.4</c:v>
                </c:pt>
                <c:pt idx="202">
                  <c:v>32.4</c:v>
                </c:pt>
                <c:pt idx="203">
                  <c:v>32.4</c:v>
                </c:pt>
                <c:pt idx="204">
                  <c:v>29.9</c:v>
                </c:pt>
                <c:pt idx="205">
                  <c:v>29.6</c:v>
                </c:pt>
                <c:pt idx="206">
                  <c:v>29.2</c:v>
                </c:pt>
                <c:pt idx="207">
                  <c:v>30.2</c:v>
                </c:pt>
                <c:pt idx="208">
                  <c:v>44.9</c:v>
                </c:pt>
                <c:pt idx="209">
                  <c:v>48.2</c:v>
                </c:pt>
                <c:pt idx="210">
                  <c:v>53.2</c:v>
                </c:pt>
                <c:pt idx="211">
                  <c:v>60.8</c:v>
                </c:pt>
                <c:pt idx="212">
                  <c:v>65.7</c:v>
                </c:pt>
                <c:pt idx="213">
                  <c:v>68.7</c:v>
                </c:pt>
                <c:pt idx="214">
                  <c:v>68.9</c:v>
                </c:pt>
                <c:pt idx="215">
                  <c:v>65.2</c:v>
                </c:pt>
                <c:pt idx="216">
                  <c:v>62.6</c:v>
                </c:pt>
                <c:pt idx="217">
                  <c:v>58.9</c:v>
                </c:pt>
                <c:pt idx="218">
                  <c:v>56.3</c:v>
                </c:pt>
                <c:pt idx="219">
                  <c:v>54.4</c:v>
                </c:pt>
                <c:pt idx="220">
                  <c:v>45.2</c:v>
                </c:pt>
                <c:pt idx="221">
                  <c:v>51.3</c:v>
                </c:pt>
                <c:pt idx="222">
                  <c:v>50.9</c:v>
                </c:pt>
                <c:pt idx="223">
                  <c:v>37.3</c:v>
                </c:pt>
                <c:pt idx="224">
                  <c:v>28.2</c:v>
                </c:pt>
                <c:pt idx="225">
                  <c:v>26.3</c:v>
                </c:pt>
                <c:pt idx="226">
                  <c:v>25.4</c:v>
                </c:pt>
                <c:pt idx="227">
                  <c:v>24.1</c:v>
                </c:pt>
                <c:pt idx="228">
                  <c:v>22.2</c:v>
                </c:pt>
                <c:pt idx="229">
                  <c:v>20.6</c:v>
                </c:pt>
                <c:pt idx="230">
                  <c:v>20.6</c:v>
                </c:pt>
                <c:pt idx="231">
                  <c:v>20.6</c:v>
                </c:pt>
                <c:pt idx="232">
                  <c:v>40.7</c:v>
                </c:pt>
                <c:pt idx="233">
                  <c:v>47.6</c:v>
                </c:pt>
                <c:pt idx="234">
                  <c:v>54.5</c:v>
                </c:pt>
                <c:pt idx="235">
                  <c:v>53.8</c:v>
                </c:pt>
                <c:pt idx="236">
                  <c:v>57.3</c:v>
                </c:pt>
                <c:pt idx="237">
                  <c:v>61.2</c:v>
                </c:pt>
                <c:pt idx="238">
                  <c:v>63.1</c:v>
                </c:pt>
                <c:pt idx="239">
                  <c:v>64.3</c:v>
                </c:pt>
                <c:pt idx="240">
                  <c:v>64.7</c:v>
                </c:pt>
                <c:pt idx="241">
                  <c:v>64.3</c:v>
                </c:pt>
                <c:pt idx="242">
                  <c:v>62.6</c:v>
                </c:pt>
                <c:pt idx="243">
                  <c:v>56</c:v>
                </c:pt>
                <c:pt idx="244">
                  <c:v>38.3</c:v>
                </c:pt>
                <c:pt idx="245">
                  <c:v>42.5</c:v>
                </c:pt>
                <c:pt idx="246">
                  <c:v>37.7</c:v>
                </c:pt>
                <c:pt idx="247">
                  <c:v>30.2</c:v>
                </c:pt>
                <c:pt idx="248">
                  <c:v>22.5</c:v>
                </c:pt>
                <c:pt idx="249">
                  <c:v>20.8</c:v>
                </c:pt>
                <c:pt idx="250">
                  <c:v>19.8</c:v>
                </c:pt>
                <c:pt idx="251">
                  <c:v>19.3</c:v>
                </c:pt>
                <c:pt idx="252">
                  <c:v>19.4</c:v>
                </c:pt>
                <c:pt idx="253">
                  <c:v>19.7</c:v>
                </c:pt>
                <c:pt idx="254">
                  <c:v>20.4</c:v>
                </c:pt>
                <c:pt idx="255">
                  <c:v>23.1</c:v>
                </c:pt>
                <c:pt idx="256">
                  <c:v>24.2</c:v>
                </c:pt>
                <c:pt idx="257">
                  <c:v>31.8</c:v>
                </c:pt>
                <c:pt idx="258">
                  <c:v>41.2</c:v>
                </c:pt>
                <c:pt idx="259">
                  <c:v>48.8</c:v>
                </c:pt>
                <c:pt idx="260">
                  <c:v>55.2</c:v>
                </c:pt>
                <c:pt idx="261">
                  <c:v>59.3</c:v>
                </c:pt>
                <c:pt idx="262">
                  <c:v>57.4</c:v>
                </c:pt>
                <c:pt idx="263">
                  <c:v>54.5</c:v>
                </c:pt>
                <c:pt idx="264">
                  <c:v>50.2</c:v>
                </c:pt>
                <c:pt idx="265">
                  <c:v>46</c:v>
                </c:pt>
                <c:pt idx="266">
                  <c:v>43.5</c:v>
                </c:pt>
                <c:pt idx="267">
                  <c:v>43.7</c:v>
                </c:pt>
                <c:pt idx="268">
                  <c:v>41.2</c:v>
                </c:pt>
                <c:pt idx="269">
                  <c:v>43.7</c:v>
                </c:pt>
                <c:pt idx="270">
                  <c:v>39.7</c:v>
                </c:pt>
                <c:pt idx="271">
                  <c:v>23.3</c:v>
                </c:pt>
                <c:pt idx="272">
                  <c:v>15.9</c:v>
                </c:pt>
                <c:pt idx="273">
                  <c:v>14.6</c:v>
                </c:pt>
                <c:pt idx="274">
                  <c:v>14.3</c:v>
                </c:pt>
                <c:pt idx="275">
                  <c:v>14.5</c:v>
                </c:pt>
                <c:pt idx="276">
                  <c:v>15.4</c:v>
                </c:pt>
                <c:pt idx="277">
                  <c:v>15.7</c:v>
                </c:pt>
                <c:pt idx="278">
                  <c:v>17</c:v>
                </c:pt>
                <c:pt idx="279">
                  <c:v>19.1</c:v>
                </c:pt>
                <c:pt idx="280">
                  <c:v>37.3</c:v>
                </c:pt>
                <c:pt idx="281">
                  <c:v>43.3</c:v>
                </c:pt>
                <c:pt idx="282">
                  <c:v>49.5</c:v>
                </c:pt>
                <c:pt idx="283">
                  <c:v>55.3</c:v>
                </c:pt>
                <c:pt idx="284">
                  <c:v>61</c:v>
                </c:pt>
                <c:pt idx="285">
                  <c:v>65</c:v>
                </c:pt>
                <c:pt idx="286">
                  <c:v>66.4</c:v>
                </c:pt>
                <c:pt idx="287">
                  <c:v>66.8</c:v>
                </c:pt>
                <c:pt idx="288">
                  <c:v>66.4</c:v>
                </c:pt>
                <c:pt idx="289">
                  <c:v>65</c:v>
                </c:pt>
                <c:pt idx="290">
                  <c:v>62.9</c:v>
                </c:pt>
                <c:pt idx="291">
                  <c:v>59.6</c:v>
                </c:pt>
                <c:pt idx="292">
                  <c:v>56.1</c:v>
                </c:pt>
                <c:pt idx="293">
                  <c:v>53</c:v>
                </c:pt>
                <c:pt idx="294">
                  <c:v>52.2</c:v>
                </c:pt>
                <c:pt idx="295">
                  <c:v>29</c:v>
                </c:pt>
                <c:pt idx="296">
                  <c:v>15.5</c:v>
                </c:pt>
                <c:pt idx="297">
                  <c:v>12.5</c:v>
                </c:pt>
                <c:pt idx="298">
                  <c:v>13.2</c:v>
                </c:pt>
                <c:pt idx="299">
                  <c:v>14.6</c:v>
                </c:pt>
                <c:pt idx="300">
                  <c:v>15.7</c:v>
                </c:pt>
                <c:pt idx="301">
                  <c:v>16.1</c:v>
                </c:pt>
                <c:pt idx="302">
                  <c:v>18.6</c:v>
                </c:pt>
                <c:pt idx="303">
                  <c:v>21.4</c:v>
                </c:pt>
                <c:pt idx="304">
                  <c:v>24.7</c:v>
                </c:pt>
                <c:pt idx="305">
                  <c:v>30</c:v>
                </c:pt>
                <c:pt idx="306">
                  <c:v>36.3</c:v>
                </c:pt>
                <c:pt idx="307">
                  <c:v>38.9</c:v>
                </c:pt>
                <c:pt idx="308">
                  <c:v>41.9</c:v>
                </c:pt>
                <c:pt idx="309">
                  <c:v>44.7</c:v>
                </c:pt>
                <c:pt idx="310">
                  <c:v>46.1</c:v>
                </c:pt>
                <c:pt idx="311">
                  <c:v>44.5</c:v>
                </c:pt>
                <c:pt idx="312">
                  <c:v>37.5</c:v>
                </c:pt>
                <c:pt idx="313">
                  <c:v>28.8</c:v>
                </c:pt>
                <c:pt idx="314">
                  <c:v>24.8</c:v>
                </c:pt>
                <c:pt idx="315">
                  <c:v>23.9</c:v>
                </c:pt>
                <c:pt idx="316">
                  <c:v>16.9</c:v>
                </c:pt>
                <c:pt idx="317">
                  <c:v>22.8</c:v>
                </c:pt>
                <c:pt idx="318">
                  <c:v>21.4</c:v>
                </c:pt>
                <c:pt idx="319">
                  <c:v>19.2</c:v>
                </c:pt>
                <c:pt idx="320">
                  <c:v>20.4</c:v>
                </c:pt>
                <c:pt idx="321">
                  <c:v>22.1</c:v>
                </c:pt>
                <c:pt idx="322">
                  <c:v>22.9</c:v>
                </c:pt>
                <c:pt idx="323">
                  <c:v>23.3</c:v>
                </c:pt>
                <c:pt idx="324">
                  <c:v>23.5</c:v>
                </c:pt>
                <c:pt idx="325">
                  <c:v>23.9</c:v>
                </c:pt>
                <c:pt idx="326">
                  <c:v>24</c:v>
                </c:pt>
                <c:pt idx="327">
                  <c:v>24.2</c:v>
                </c:pt>
                <c:pt idx="328">
                  <c:v>27.8</c:v>
                </c:pt>
                <c:pt idx="329">
                  <c:v>34.6</c:v>
                </c:pt>
                <c:pt idx="330">
                  <c:v>40.9</c:v>
                </c:pt>
                <c:pt idx="331">
                  <c:v>45.1</c:v>
                </c:pt>
                <c:pt idx="332">
                  <c:v>49.7</c:v>
                </c:pt>
                <c:pt idx="333">
                  <c:v>53.1</c:v>
                </c:pt>
                <c:pt idx="334">
                  <c:v>53.1</c:v>
                </c:pt>
                <c:pt idx="335">
                  <c:v>53.8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GBT forecast</c:v>
                </c:pt>
              </c:strCache>
            </c:strRef>
          </c:tx>
          <c:spPr>
            <a:solidFill>
              <a:srgbClr val="E07A2F"/>
            </a:solidFill>
            <a:ln w="19050" cap="flat">
              <a:solidFill>
                <a:srgbClr val="E07A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7A2F"/>
              </a:solidFill>
              <a:ln w="9525" cap="flat">
                <a:solidFill>
                  <a:srgbClr val="E07A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Sheet1!$A$2:$A$337</c:f>
              <c:multiLvlStrCache>
                <c:ptCount val="336"/>
                <c:lvl>
                  <c:pt idx="0">
                    <c:v>09-26</c:v>
                  </c:pt>
                  <c:pt idx="1">
                    <c:v>09-26</c:v>
                  </c:pt>
                  <c:pt idx="2">
                    <c:v>09-26</c:v>
                  </c:pt>
                  <c:pt idx="3">
                    <c:v>09-26</c:v>
                  </c:pt>
                  <c:pt idx="4">
                    <c:v>09-26</c:v>
                  </c:pt>
                  <c:pt idx="5">
                    <c:v>09-27</c:v>
                  </c:pt>
                  <c:pt idx="6">
                    <c:v>09-27</c:v>
                  </c:pt>
                  <c:pt idx="7">
                    <c:v>09-27</c:v>
                  </c:pt>
                  <c:pt idx="8">
                    <c:v>09-27</c:v>
                  </c:pt>
                  <c:pt idx="9">
                    <c:v>09-27</c:v>
                  </c:pt>
                  <c:pt idx="10">
                    <c:v>09-27</c:v>
                  </c:pt>
                  <c:pt idx="11">
                    <c:v>09-27</c:v>
                  </c:pt>
                  <c:pt idx="12">
                    <c:v>09-27</c:v>
                  </c:pt>
                  <c:pt idx="13">
                    <c:v>09-27</c:v>
                  </c:pt>
                  <c:pt idx="14">
                    <c:v>09-27</c:v>
                  </c:pt>
                  <c:pt idx="15">
                    <c:v>09-27</c:v>
                  </c:pt>
                  <c:pt idx="16">
                    <c:v>09-27</c:v>
                  </c:pt>
                  <c:pt idx="17">
                    <c:v>09-27</c:v>
                  </c:pt>
                  <c:pt idx="18">
                    <c:v>09-27</c:v>
                  </c:pt>
                  <c:pt idx="19">
                    <c:v>09-27</c:v>
                  </c:pt>
                  <c:pt idx="20">
                    <c:v>09-27</c:v>
                  </c:pt>
                  <c:pt idx="21">
                    <c:v>09-27</c:v>
                  </c:pt>
                  <c:pt idx="22">
                    <c:v>09-27</c:v>
                  </c:pt>
                  <c:pt idx="23">
                    <c:v>09-27</c:v>
                  </c:pt>
                  <c:pt idx="24">
                    <c:v>09-27</c:v>
                  </c:pt>
                  <c:pt idx="25">
                    <c:v>09-27</c:v>
                  </c:pt>
                  <c:pt idx="26">
                    <c:v>09-27</c:v>
                  </c:pt>
                  <c:pt idx="27">
                    <c:v>09-27</c:v>
                  </c:pt>
                  <c:pt idx="28">
                    <c:v>09-27</c:v>
                  </c:pt>
                  <c:pt idx="29">
                    <c:v>09-28</c:v>
                  </c:pt>
                  <c:pt idx="30">
                    <c:v>09-28</c:v>
                  </c:pt>
                  <c:pt idx="31">
                    <c:v>09-28</c:v>
                  </c:pt>
                  <c:pt idx="32">
                    <c:v>09-28</c:v>
                  </c:pt>
                  <c:pt idx="33">
                    <c:v>09-28</c:v>
                  </c:pt>
                  <c:pt idx="34">
                    <c:v>09-28</c:v>
                  </c:pt>
                  <c:pt idx="35">
                    <c:v>09-28</c:v>
                  </c:pt>
                  <c:pt idx="36">
                    <c:v>09-28</c:v>
                  </c:pt>
                  <c:pt idx="37">
                    <c:v>09-28</c:v>
                  </c:pt>
                  <c:pt idx="38">
                    <c:v>09-28</c:v>
                  </c:pt>
                  <c:pt idx="39">
                    <c:v>09-28</c:v>
                  </c:pt>
                  <c:pt idx="40">
                    <c:v>09-28</c:v>
                  </c:pt>
                  <c:pt idx="41">
                    <c:v>09-28</c:v>
                  </c:pt>
                  <c:pt idx="42">
                    <c:v>09-28</c:v>
                  </c:pt>
                  <c:pt idx="43">
                    <c:v>09-28</c:v>
                  </c:pt>
                  <c:pt idx="44">
                    <c:v>09-28</c:v>
                  </c:pt>
                  <c:pt idx="45">
                    <c:v>09-28</c:v>
                  </c:pt>
                  <c:pt idx="46">
                    <c:v>09-28</c:v>
                  </c:pt>
                  <c:pt idx="47">
                    <c:v>09-28</c:v>
                  </c:pt>
                  <c:pt idx="48">
                    <c:v>09-28</c:v>
                  </c:pt>
                  <c:pt idx="49">
                    <c:v>09-28</c:v>
                  </c:pt>
                  <c:pt idx="50">
                    <c:v>09-28</c:v>
                  </c:pt>
                  <c:pt idx="51">
                    <c:v>09-28</c:v>
                  </c:pt>
                  <c:pt idx="52">
                    <c:v>09-28</c:v>
                  </c:pt>
                  <c:pt idx="53">
                    <c:v>09-29</c:v>
                  </c:pt>
                  <c:pt idx="54">
                    <c:v>09-29</c:v>
                  </c:pt>
                  <c:pt idx="55">
                    <c:v>09-29</c:v>
                  </c:pt>
                  <c:pt idx="56">
                    <c:v>09-29</c:v>
                  </c:pt>
                  <c:pt idx="57">
                    <c:v>09-29</c:v>
                  </c:pt>
                  <c:pt idx="58">
                    <c:v>09-29</c:v>
                  </c:pt>
                  <c:pt idx="59">
                    <c:v>09-29</c:v>
                  </c:pt>
                  <c:pt idx="60">
                    <c:v>09-29</c:v>
                  </c:pt>
                  <c:pt idx="61">
                    <c:v>09-29</c:v>
                  </c:pt>
                  <c:pt idx="62">
                    <c:v>09-29</c:v>
                  </c:pt>
                  <c:pt idx="63">
                    <c:v>09-29</c:v>
                  </c:pt>
                  <c:pt idx="64">
                    <c:v>09-29</c:v>
                  </c:pt>
                  <c:pt idx="65">
                    <c:v>09-29</c:v>
                  </c:pt>
                  <c:pt idx="66">
                    <c:v>09-29</c:v>
                  </c:pt>
                  <c:pt idx="67">
                    <c:v>09-29</c:v>
                  </c:pt>
                  <c:pt idx="68">
                    <c:v>09-29</c:v>
                  </c:pt>
                  <c:pt idx="69">
                    <c:v>09-29</c:v>
                  </c:pt>
                  <c:pt idx="70">
                    <c:v>09-29</c:v>
                  </c:pt>
                  <c:pt idx="71">
                    <c:v>09-29</c:v>
                  </c:pt>
                  <c:pt idx="72">
                    <c:v>09-29</c:v>
                  </c:pt>
                  <c:pt idx="73">
                    <c:v>09-29</c:v>
                  </c:pt>
                  <c:pt idx="74">
                    <c:v>09-29</c:v>
                  </c:pt>
                  <c:pt idx="75">
                    <c:v>09-29</c:v>
                  </c:pt>
                  <c:pt idx="76">
                    <c:v>09-29</c:v>
                  </c:pt>
                  <c:pt idx="77">
                    <c:v>09-30</c:v>
                  </c:pt>
                  <c:pt idx="78">
                    <c:v>09-30</c:v>
                  </c:pt>
                  <c:pt idx="79">
                    <c:v>09-30</c:v>
                  </c:pt>
                  <c:pt idx="80">
                    <c:v>09-30</c:v>
                  </c:pt>
                  <c:pt idx="81">
                    <c:v>09-30</c:v>
                  </c:pt>
                  <c:pt idx="82">
                    <c:v>09-30</c:v>
                  </c:pt>
                  <c:pt idx="83">
                    <c:v>09-30</c:v>
                  </c:pt>
                  <c:pt idx="84">
                    <c:v>09-30</c:v>
                  </c:pt>
                  <c:pt idx="85">
                    <c:v>09-30</c:v>
                  </c:pt>
                  <c:pt idx="86">
                    <c:v>09-30</c:v>
                  </c:pt>
                  <c:pt idx="87">
                    <c:v>09-30</c:v>
                  </c:pt>
                  <c:pt idx="88">
                    <c:v>09-30</c:v>
                  </c:pt>
                  <c:pt idx="89">
                    <c:v>09-30</c:v>
                  </c:pt>
                  <c:pt idx="90">
                    <c:v>09-30</c:v>
                  </c:pt>
                  <c:pt idx="91">
                    <c:v>09-30</c:v>
                  </c:pt>
                  <c:pt idx="92">
                    <c:v>09-30</c:v>
                  </c:pt>
                  <c:pt idx="93">
                    <c:v>09-30</c:v>
                  </c:pt>
                  <c:pt idx="94">
                    <c:v>09-30</c:v>
                  </c:pt>
                  <c:pt idx="95">
                    <c:v>09-30</c:v>
                  </c:pt>
                  <c:pt idx="96">
                    <c:v>09-30</c:v>
                  </c:pt>
                  <c:pt idx="97">
                    <c:v>09-30</c:v>
                  </c:pt>
                  <c:pt idx="98">
                    <c:v>09-30</c:v>
                  </c:pt>
                  <c:pt idx="99">
                    <c:v>09-30</c:v>
                  </c:pt>
                  <c:pt idx="100">
                    <c:v>09-30</c:v>
                  </c:pt>
                  <c:pt idx="101">
                    <c:v>10-01</c:v>
                  </c:pt>
                  <c:pt idx="102">
                    <c:v>10-01</c:v>
                  </c:pt>
                  <c:pt idx="103">
                    <c:v>10-01</c:v>
                  </c:pt>
                  <c:pt idx="104">
                    <c:v>10-01</c:v>
                  </c:pt>
                  <c:pt idx="105">
                    <c:v>10-01</c:v>
                  </c:pt>
                  <c:pt idx="106">
                    <c:v>10-01</c:v>
                  </c:pt>
                  <c:pt idx="107">
                    <c:v>10-01</c:v>
                  </c:pt>
                  <c:pt idx="108">
                    <c:v>10-01</c:v>
                  </c:pt>
                  <c:pt idx="109">
                    <c:v>10-01</c:v>
                  </c:pt>
                  <c:pt idx="110">
                    <c:v>10-01</c:v>
                  </c:pt>
                  <c:pt idx="111">
                    <c:v>10-01</c:v>
                  </c:pt>
                  <c:pt idx="112">
                    <c:v>10-01</c:v>
                  </c:pt>
                  <c:pt idx="113">
                    <c:v>10-01</c:v>
                  </c:pt>
                  <c:pt idx="114">
                    <c:v>10-01</c:v>
                  </c:pt>
                  <c:pt idx="115">
                    <c:v>10-01</c:v>
                  </c:pt>
                  <c:pt idx="116">
                    <c:v>10-01</c:v>
                  </c:pt>
                  <c:pt idx="117">
                    <c:v>10-01</c:v>
                  </c:pt>
                  <c:pt idx="118">
                    <c:v>10-01</c:v>
                  </c:pt>
                  <c:pt idx="119">
                    <c:v>10-01</c:v>
                  </c:pt>
                  <c:pt idx="120">
                    <c:v>10-01</c:v>
                  </c:pt>
                  <c:pt idx="121">
                    <c:v>10-01</c:v>
                  </c:pt>
                  <c:pt idx="122">
                    <c:v>10-01</c:v>
                  </c:pt>
                  <c:pt idx="123">
                    <c:v>10-01</c:v>
                  </c:pt>
                  <c:pt idx="124">
                    <c:v>10-01</c:v>
                  </c:pt>
                  <c:pt idx="125">
                    <c:v>10-02</c:v>
                  </c:pt>
                  <c:pt idx="126">
                    <c:v>10-02</c:v>
                  </c:pt>
                  <c:pt idx="127">
                    <c:v>10-02</c:v>
                  </c:pt>
                  <c:pt idx="128">
                    <c:v>10-02</c:v>
                  </c:pt>
                  <c:pt idx="129">
                    <c:v>10-02</c:v>
                  </c:pt>
                  <c:pt idx="130">
                    <c:v>10-02</c:v>
                  </c:pt>
                  <c:pt idx="131">
                    <c:v>10-02</c:v>
                  </c:pt>
                  <c:pt idx="132">
                    <c:v>10-02</c:v>
                  </c:pt>
                  <c:pt idx="133">
                    <c:v>10-02</c:v>
                  </c:pt>
                  <c:pt idx="134">
                    <c:v>10-02</c:v>
                  </c:pt>
                  <c:pt idx="135">
                    <c:v>10-02</c:v>
                  </c:pt>
                  <c:pt idx="136">
                    <c:v>10-02</c:v>
                  </c:pt>
                  <c:pt idx="137">
                    <c:v>10-02</c:v>
                  </c:pt>
                  <c:pt idx="138">
                    <c:v>10-02</c:v>
                  </c:pt>
                  <c:pt idx="139">
                    <c:v>10-02</c:v>
                  </c:pt>
                  <c:pt idx="140">
                    <c:v>10-02</c:v>
                  </c:pt>
                  <c:pt idx="141">
                    <c:v>10-02</c:v>
                  </c:pt>
                  <c:pt idx="142">
                    <c:v>10-02</c:v>
                  </c:pt>
                  <c:pt idx="143">
                    <c:v>10-02</c:v>
                  </c:pt>
                  <c:pt idx="144">
                    <c:v>10-02</c:v>
                  </c:pt>
                  <c:pt idx="145">
                    <c:v>10-02</c:v>
                  </c:pt>
                  <c:pt idx="146">
                    <c:v>10-02</c:v>
                  </c:pt>
                  <c:pt idx="147">
                    <c:v>10-02</c:v>
                  </c:pt>
                  <c:pt idx="148">
                    <c:v>10-02</c:v>
                  </c:pt>
                  <c:pt idx="149">
                    <c:v>10-03</c:v>
                  </c:pt>
                  <c:pt idx="150">
                    <c:v>10-03</c:v>
                  </c:pt>
                  <c:pt idx="151">
                    <c:v>10-03</c:v>
                  </c:pt>
                  <c:pt idx="152">
                    <c:v>10-03</c:v>
                  </c:pt>
                  <c:pt idx="153">
                    <c:v>10-03</c:v>
                  </c:pt>
                  <c:pt idx="154">
                    <c:v>10-03</c:v>
                  </c:pt>
                  <c:pt idx="155">
                    <c:v>10-03</c:v>
                  </c:pt>
                  <c:pt idx="156">
                    <c:v>10-03</c:v>
                  </c:pt>
                  <c:pt idx="157">
                    <c:v>10-03</c:v>
                  </c:pt>
                  <c:pt idx="158">
                    <c:v>10-03</c:v>
                  </c:pt>
                  <c:pt idx="159">
                    <c:v>10-03</c:v>
                  </c:pt>
                  <c:pt idx="160">
                    <c:v>10-03</c:v>
                  </c:pt>
                  <c:pt idx="161">
                    <c:v>10-03</c:v>
                  </c:pt>
                  <c:pt idx="162">
                    <c:v>10-03</c:v>
                  </c:pt>
                  <c:pt idx="163">
                    <c:v>10-03</c:v>
                  </c:pt>
                  <c:pt idx="164">
                    <c:v>10-03</c:v>
                  </c:pt>
                  <c:pt idx="165">
                    <c:v>10-03</c:v>
                  </c:pt>
                  <c:pt idx="166">
                    <c:v>10-03</c:v>
                  </c:pt>
                  <c:pt idx="167">
                    <c:v>10-03</c:v>
                  </c:pt>
                  <c:pt idx="168">
                    <c:v>10-03</c:v>
                  </c:pt>
                  <c:pt idx="169">
                    <c:v>10-03</c:v>
                  </c:pt>
                  <c:pt idx="170">
                    <c:v>10-03</c:v>
                  </c:pt>
                  <c:pt idx="171">
                    <c:v>10-03</c:v>
                  </c:pt>
                  <c:pt idx="172">
                    <c:v>10-03</c:v>
                  </c:pt>
                  <c:pt idx="173">
                    <c:v>10-04</c:v>
                  </c:pt>
                  <c:pt idx="174">
                    <c:v>10-04</c:v>
                  </c:pt>
                  <c:pt idx="175">
                    <c:v>10-04</c:v>
                  </c:pt>
                  <c:pt idx="176">
                    <c:v>10-04</c:v>
                  </c:pt>
                  <c:pt idx="177">
                    <c:v>10-04</c:v>
                  </c:pt>
                  <c:pt idx="178">
                    <c:v>10-04</c:v>
                  </c:pt>
                  <c:pt idx="179">
                    <c:v>10-04</c:v>
                  </c:pt>
                  <c:pt idx="180">
                    <c:v>10-04</c:v>
                  </c:pt>
                  <c:pt idx="181">
                    <c:v>10-04</c:v>
                  </c:pt>
                  <c:pt idx="182">
                    <c:v>10-04</c:v>
                  </c:pt>
                  <c:pt idx="183">
                    <c:v>10-04</c:v>
                  </c:pt>
                  <c:pt idx="184">
                    <c:v>10-04</c:v>
                  </c:pt>
                  <c:pt idx="185">
                    <c:v>10-04</c:v>
                  </c:pt>
                  <c:pt idx="186">
                    <c:v>10-04</c:v>
                  </c:pt>
                  <c:pt idx="187">
                    <c:v>10-04</c:v>
                  </c:pt>
                  <c:pt idx="188">
                    <c:v>10-04</c:v>
                  </c:pt>
                  <c:pt idx="189">
                    <c:v>10-04</c:v>
                  </c:pt>
                  <c:pt idx="190">
                    <c:v>10-04</c:v>
                  </c:pt>
                  <c:pt idx="191">
                    <c:v>10-04</c:v>
                  </c:pt>
                  <c:pt idx="192">
                    <c:v>10-04</c:v>
                  </c:pt>
                  <c:pt idx="193">
                    <c:v>10-04</c:v>
                  </c:pt>
                  <c:pt idx="194">
                    <c:v>10-04</c:v>
                  </c:pt>
                  <c:pt idx="195">
                    <c:v>10-04</c:v>
                  </c:pt>
                  <c:pt idx="196">
                    <c:v>10-04</c:v>
                  </c:pt>
                  <c:pt idx="197">
                    <c:v>10-05</c:v>
                  </c:pt>
                  <c:pt idx="198">
                    <c:v>10-05</c:v>
                  </c:pt>
                  <c:pt idx="199">
                    <c:v>10-05</c:v>
                  </c:pt>
                  <c:pt idx="200">
                    <c:v>10-05</c:v>
                  </c:pt>
                  <c:pt idx="201">
                    <c:v>10-05</c:v>
                  </c:pt>
                  <c:pt idx="202">
                    <c:v>10-05</c:v>
                  </c:pt>
                  <c:pt idx="203">
                    <c:v>10-05</c:v>
                  </c:pt>
                  <c:pt idx="204">
                    <c:v>10-05</c:v>
                  </c:pt>
                  <c:pt idx="205">
                    <c:v>10-05</c:v>
                  </c:pt>
                  <c:pt idx="206">
                    <c:v>10-05</c:v>
                  </c:pt>
                  <c:pt idx="207">
                    <c:v>10-05</c:v>
                  </c:pt>
                  <c:pt idx="208">
                    <c:v>10-05</c:v>
                  </c:pt>
                  <c:pt idx="209">
                    <c:v>10-05</c:v>
                  </c:pt>
                  <c:pt idx="210">
                    <c:v>10-05</c:v>
                  </c:pt>
                  <c:pt idx="211">
                    <c:v>10-05</c:v>
                  </c:pt>
                  <c:pt idx="212">
                    <c:v>10-05</c:v>
                  </c:pt>
                  <c:pt idx="213">
                    <c:v>10-05</c:v>
                  </c:pt>
                  <c:pt idx="214">
                    <c:v>10-05</c:v>
                  </c:pt>
                  <c:pt idx="215">
                    <c:v>10-05</c:v>
                  </c:pt>
                  <c:pt idx="216">
                    <c:v>10-05</c:v>
                  </c:pt>
                  <c:pt idx="217">
                    <c:v>10-05</c:v>
                  </c:pt>
                  <c:pt idx="218">
                    <c:v>10-05</c:v>
                  </c:pt>
                  <c:pt idx="219">
                    <c:v>10-05</c:v>
                  </c:pt>
                  <c:pt idx="220">
                    <c:v>10-05</c:v>
                  </c:pt>
                  <c:pt idx="221">
                    <c:v>10-06</c:v>
                  </c:pt>
                  <c:pt idx="222">
                    <c:v>10-06</c:v>
                  </c:pt>
                  <c:pt idx="223">
                    <c:v>10-06</c:v>
                  </c:pt>
                  <c:pt idx="224">
                    <c:v>10-06</c:v>
                  </c:pt>
                  <c:pt idx="225">
                    <c:v>10-06</c:v>
                  </c:pt>
                  <c:pt idx="226">
                    <c:v>10-06</c:v>
                  </c:pt>
                  <c:pt idx="227">
                    <c:v>10-06</c:v>
                  </c:pt>
                  <c:pt idx="228">
                    <c:v>10-06</c:v>
                  </c:pt>
                  <c:pt idx="229">
                    <c:v>10-06</c:v>
                  </c:pt>
                  <c:pt idx="230">
                    <c:v>10-06</c:v>
                  </c:pt>
                  <c:pt idx="231">
                    <c:v>10-06</c:v>
                  </c:pt>
                  <c:pt idx="232">
                    <c:v>10-06</c:v>
                  </c:pt>
                  <c:pt idx="233">
                    <c:v>10-06</c:v>
                  </c:pt>
                  <c:pt idx="234">
                    <c:v>10-06</c:v>
                  </c:pt>
                  <c:pt idx="235">
                    <c:v>10-06</c:v>
                  </c:pt>
                  <c:pt idx="236">
                    <c:v>10-06</c:v>
                  </c:pt>
                  <c:pt idx="237">
                    <c:v>10-06</c:v>
                  </c:pt>
                  <c:pt idx="238">
                    <c:v>10-06</c:v>
                  </c:pt>
                  <c:pt idx="239">
                    <c:v>10-06</c:v>
                  </c:pt>
                  <c:pt idx="240">
                    <c:v>10-06</c:v>
                  </c:pt>
                  <c:pt idx="241">
                    <c:v>10-06</c:v>
                  </c:pt>
                  <c:pt idx="242">
                    <c:v>10-06</c:v>
                  </c:pt>
                  <c:pt idx="243">
                    <c:v>10-06</c:v>
                  </c:pt>
                  <c:pt idx="244">
                    <c:v>10-06</c:v>
                  </c:pt>
                  <c:pt idx="245">
                    <c:v>10-07</c:v>
                  </c:pt>
                  <c:pt idx="246">
                    <c:v>10-07</c:v>
                  </c:pt>
                  <c:pt idx="247">
                    <c:v>10-07</c:v>
                  </c:pt>
                  <c:pt idx="248">
                    <c:v>10-07</c:v>
                  </c:pt>
                  <c:pt idx="249">
                    <c:v>10-07</c:v>
                  </c:pt>
                  <c:pt idx="250">
                    <c:v>10-07</c:v>
                  </c:pt>
                  <c:pt idx="251">
                    <c:v>10-07</c:v>
                  </c:pt>
                  <c:pt idx="252">
                    <c:v>10-07</c:v>
                  </c:pt>
                  <c:pt idx="253">
                    <c:v>10-07</c:v>
                  </c:pt>
                  <c:pt idx="254">
                    <c:v>10-07</c:v>
                  </c:pt>
                  <c:pt idx="255">
                    <c:v>10-07</c:v>
                  </c:pt>
                  <c:pt idx="256">
                    <c:v>10-07</c:v>
                  </c:pt>
                  <c:pt idx="257">
                    <c:v>10-07</c:v>
                  </c:pt>
                  <c:pt idx="258">
                    <c:v>10-07</c:v>
                  </c:pt>
                  <c:pt idx="259">
                    <c:v>10-07</c:v>
                  </c:pt>
                  <c:pt idx="260">
                    <c:v>10-07</c:v>
                  </c:pt>
                  <c:pt idx="261">
                    <c:v>10-07</c:v>
                  </c:pt>
                  <c:pt idx="262">
                    <c:v>10-07</c:v>
                  </c:pt>
                  <c:pt idx="263">
                    <c:v>10-07</c:v>
                  </c:pt>
                  <c:pt idx="264">
                    <c:v>10-07</c:v>
                  </c:pt>
                  <c:pt idx="265">
                    <c:v>10-07</c:v>
                  </c:pt>
                  <c:pt idx="266">
                    <c:v>10-07</c:v>
                  </c:pt>
                  <c:pt idx="267">
                    <c:v>10-07</c:v>
                  </c:pt>
                  <c:pt idx="268">
                    <c:v>10-07</c:v>
                  </c:pt>
                  <c:pt idx="269">
                    <c:v>10-08</c:v>
                  </c:pt>
                  <c:pt idx="270">
                    <c:v>10-08</c:v>
                  </c:pt>
                  <c:pt idx="271">
                    <c:v>10-08</c:v>
                  </c:pt>
                  <c:pt idx="272">
                    <c:v>10-08</c:v>
                  </c:pt>
                  <c:pt idx="273">
                    <c:v>10-08</c:v>
                  </c:pt>
                  <c:pt idx="274">
                    <c:v>10-08</c:v>
                  </c:pt>
                  <c:pt idx="275">
                    <c:v>10-08</c:v>
                  </c:pt>
                  <c:pt idx="276">
                    <c:v>10-08</c:v>
                  </c:pt>
                  <c:pt idx="277">
                    <c:v>10-08</c:v>
                  </c:pt>
                  <c:pt idx="278">
                    <c:v>10-08</c:v>
                  </c:pt>
                  <c:pt idx="279">
                    <c:v>10-08</c:v>
                  </c:pt>
                  <c:pt idx="280">
                    <c:v>10-08</c:v>
                  </c:pt>
                  <c:pt idx="281">
                    <c:v>10-08</c:v>
                  </c:pt>
                  <c:pt idx="282">
                    <c:v>10-08</c:v>
                  </c:pt>
                  <c:pt idx="283">
                    <c:v>10-08</c:v>
                  </c:pt>
                  <c:pt idx="284">
                    <c:v>10-08</c:v>
                  </c:pt>
                  <c:pt idx="285">
                    <c:v>10-08</c:v>
                  </c:pt>
                  <c:pt idx="286">
                    <c:v>10-08</c:v>
                  </c:pt>
                  <c:pt idx="287">
                    <c:v>10-08</c:v>
                  </c:pt>
                  <c:pt idx="288">
                    <c:v>10-08</c:v>
                  </c:pt>
                  <c:pt idx="289">
                    <c:v>10-08</c:v>
                  </c:pt>
                  <c:pt idx="290">
                    <c:v>10-08</c:v>
                  </c:pt>
                  <c:pt idx="291">
                    <c:v>10-08</c:v>
                  </c:pt>
                  <c:pt idx="292">
                    <c:v>10-08</c:v>
                  </c:pt>
                  <c:pt idx="293">
                    <c:v>10-09</c:v>
                  </c:pt>
                  <c:pt idx="294">
                    <c:v>10-09</c:v>
                  </c:pt>
                  <c:pt idx="295">
                    <c:v>10-09</c:v>
                  </c:pt>
                  <c:pt idx="296">
                    <c:v>10-09</c:v>
                  </c:pt>
                  <c:pt idx="297">
                    <c:v>10-09</c:v>
                  </c:pt>
                  <c:pt idx="298">
                    <c:v>10-09</c:v>
                  </c:pt>
                  <c:pt idx="299">
                    <c:v>10-09</c:v>
                  </c:pt>
                  <c:pt idx="300">
                    <c:v>10-09</c:v>
                  </c:pt>
                  <c:pt idx="301">
                    <c:v>10-09</c:v>
                  </c:pt>
                  <c:pt idx="302">
                    <c:v>10-09</c:v>
                  </c:pt>
                  <c:pt idx="303">
                    <c:v>10-09</c:v>
                  </c:pt>
                  <c:pt idx="304">
                    <c:v>10-09</c:v>
                  </c:pt>
                  <c:pt idx="305">
                    <c:v>10-09</c:v>
                  </c:pt>
                  <c:pt idx="306">
                    <c:v>10-09</c:v>
                  </c:pt>
                  <c:pt idx="307">
                    <c:v>10-09</c:v>
                  </c:pt>
                  <c:pt idx="308">
                    <c:v>10-09</c:v>
                  </c:pt>
                  <c:pt idx="309">
                    <c:v>10-09</c:v>
                  </c:pt>
                  <c:pt idx="310">
                    <c:v>10-09</c:v>
                  </c:pt>
                  <c:pt idx="311">
                    <c:v>10-09</c:v>
                  </c:pt>
                  <c:pt idx="312">
                    <c:v>10-09</c:v>
                  </c:pt>
                  <c:pt idx="313">
                    <c:v>10-09</c:v>
                  </c:pt>
                  <c:pt idx="314">
                    <c:v>10-09</c:v>
                  </c:pt>
                  <c:pt idx="315">
                    <c:v>10-09</c:v>
                  </c:pt>
                  <c:pt idx="316">
                    <c:v>10-09</c:v>
                  </c:pt>
                  <c:pt idx="317">
                    <c:v>10-10</c:v>
                  </c:pt>
                  <c:pt idx="318">
                    <c:v>10-10</c:v>
                  </c:pt>
                  <c:pt idx="319">
                    <c:v>10-10</c:v>
                  </c:pt>
                  <c:pt idx="320">
                    <c:v>10-10</c:v>
                  </c:pt>
                  <c:pt idx="321">
                    <c:v>10-10</c:v>
                  </c:pt>
                  <c:pt idx="322">
                    <c:v>10-10</c:v>
                  </c:pt>
                  <c:pt idx="323">
                    <c:v>10-10</c:v>
                  </c:pt>
                  <c:pt idx="324">
                    <c:v>10-10</c:v>
                  </c:pt>
                  <c:pt idx="325">
                    <c:v>10-10</c:v>
                  </c:pt>
                  <c:pt idx="326">
                    <c:v>10-10</c:v>
                  </c:pt>
                  <c:pt idx="327">
                    <c:v>10-10</c:v>
                  </c:pt>
                  <c:pt idx="328">
                    <c:v>10-10</c:v>
                  </c:pt>
                  <c:pt idx="329">
                    <c:v>10-10</c:v>
                  </c:pt>
                  <c:pt idx="330">
                    <c:v>10-10</c:v>
                  </c:pt>
                  <c:pt idx="331">
                    <c:v>10-10</c:v>
                  </c:pt>
                  <c:pt idx="332">
                    <c:v>10-10</c:v>
                  </c:pt>
                  <c:pt idx="333">
                    <c:v>10-10</c:v>
                  </c:pt>
                  <c:pt idx="334">
                    <c:v>10-10</c:v>
                  </c:pt>
                  <c:pt idx="335">
                    <c:v>10-10</c:v>
                  </c:pt>
                </c:lvl>
              </c:multiLvlStrCache>
            </c:multiLvlStrRef>
          </c:cat>
          <c:val>
            <c:numRef>
              <c:f>Sheet1!$C$2:$C$337</c:f>
              <c:numCache>
                <c:formatCode>General</c:formatCode>
                <c:ptCount val="336"/>
                <c:pt idx="0">
                  <c:v>19</c:v>
                </c:pt>
                <c:pt idx="1">
                  <c:v>18.2</c:v>
                </c:pt>
                <c:pt idx="2">
                  <c:v>16.7</c:v>
                </c:pt>
                <c:pt idx="3">
                  <c:v>15.2</c:v>
                </c:pt>
                <c:pt idx="4">
                  <c:v>13.9</c:v>
                </c:pt>
                <c:pt idx="5">
                  <c:v>10.1</c:v>
                </c:pt>
                <c:pt idx="6">
                  <c:v>10.4</c:v>
                </c:pt>
                <c:pt idx="7">
                  <c:v>10.8</c:v>
                </c:pt>
                <c:pt idx="8">
                  <c:v>10.5</c:v>
                </c:pt>
                <c:pt idx="9">
                  <c:v>10.5</c:v>
                </c:pt>
                <c:pt idx="10">
                  <c:v>10.6</c:v>
                </c:pt>
                <c:pt idx="11">
                  <c:v>11.2</c:v>
                </c:pt>
                <c:pt idx="12">
                  <c:v>11.2</c:v>
                </c:pt>
                <c:pt idx="13">
                  <c:v>12.5</c:v>
                </c:pt>
                <c:pt idx="14">
                  <c:v>11.4</c:v>
                </c:pt>
                <c:pt idx="15">
                  <c:v>11.5</c:v>
                </c:pt>
                <c:pt idx="16">
                  <c:v>13.7</c:v>
                </c:pt>
                <c:pt idx="17">
                  <c:v>24</c:v>
                </c:pt>
                <c:pt idx="18">
                  <c:v>23.9</c:v>
                </c:pt>
                <c:pt idx="19">
                  <c:v>24.9</c:v>
                </c:pt>
                <c:pt idx="20">
                  <c:v>27.8</c:v>
                </c:pt>
                <c:pt idx="21">
                  <c:v>28.5</c:v>
                </c:pt>
                <c:pt idx="22">
                  <c:v>25.6</c:v>
                </c:pt>
                <c:pt idx="23">
                  <c:v>21.8</c:v>
                </c:pt>
                <c:pt idx="24">
                  <c:v>21.7</c:v>
                </c:pt>
                <c:pt idx="25">
                  <c:v>24.3</c:v>
                </c:pt>
                <c:pt idx="26">
                  <c:v>25.9</c:v>
                </c:pt>
                <c:pt idx="27">
                  <c:v>25.6</c:v>
                </c:pt>
                <c:pt idx="28">
                  <c:v>25.6</c:v>
                </c:pt>
                <c:pt idx="29">
                  <c:v>26.2</c:v>
                </c:pt>
                <c:pt idx="30">
                  <c:v>24.3</c:v>
                </c:pt>
                <c:pt idx="31">
                  <c:v>19</c:v>
                </c:pt>
                <c:pt idx="32">
                  <c:v>18.5</c:v>
                </c:pt>
                <c:pt idx="33">
                  <c:v>12.4</c:v>
                </c:pt>
                <c:pt idx="34">
                  <c:v>13.4</c:v>
                </c:pt>
                <c:pt idx="35">
                  <c:v>14.8</c:v>
                </c:pt>
                <c:pt idx="36">
                  <c:v>13.9</c:v>
                </c:pt>
                <c:pt idx="37">
                  <c:v>14</c:v>
                </c:pt>
                <c:pt idx="38">
                  <c:v>14</c:v>
                </c:pt>
                <c:pt idx="39">
                  <c:v>15.7</c:v>
                </c:pt>
                <c:pt idx="40">
                  <c:v>20.3</c:v>
                </c:pt>
                <c:pt idx="41">
                  <c:v>26.4</c:v>
                </c:pt>
                <c:pt idx="42">
                  <c:v>29.3</c:v>
                </c:pt>
                <c:pt idx="43">
                  <c:v>31.8</c:v>
                </c:pt>
                <c:pt idx="44">
                  <c:v>34.8</c:v>
                </c:pt>
                <c:pt idx="45">
                  <c:v>35.7</c:v>
                </c:pt>
                <c:pt idx="46">
                  <c:v>32.3</c:v>
                </c:pt>
                <c:pt idx="47">
                  <c:v>29.3</c:v>
                </c:pt>
                <c:pt idx="48">
                  <c:v>39.2</c:v>
                </c:pt>
                <c:pt idx="49">
                  <c:v>38.1</c:v>
                </c:pt>
                <c:pt idx="50">
                  <c:v>37.1</c:v>
                </c:pt>
                <c:pt idx="51">
                  <c:v>28.2</c:v>
                </c:pt>
                <c:pt idx="52">
                  <c:v>26.1</c:v>
                </c:pt>
                <c:pt idx="53">
                  <c:v>34.8</c:v>
                </c:pt>
                <c:pt idx="54">
                  <c:v>34.4</c:v>
                </c:pt>
                <c:pt idx="55">
                  <c:v>18.2</c:v>
                </c:pt>
                <c:pt idx="56">
                  <c:v>18.1</c:v>
                </c:pt>
                <c:pt idx="57">
                  <c:v>17.2</c:v>
                </c:pt>
                <c:pt idx="58">
                  <c:v>13.2</c:v>
                </c:pt>
                <c:pt idx="59">
                  <c:v>18.4</c:v>
                </c:pt>
                <c:pt idx="60">
                  <c:v>14.6</c:v>
                </c:pt>
                <c:pt idx="61">
                  <c:v>14.2</c:v>
                </c:pt>
                <c:pt idx="62">
                  <c:v>14.1</c:v>
                </c:pt>
                <c:pt idx="63">
                  <c:v>15.2</c:v>
                </c:pt>
                <c:pt idx="64">
                  <c:v>17.2</c:v>
                </c:pt>
                <c:pt idx="65">
                  <c:v>38.7</c:v>
                </c:pt>
                <c:pt idx="66">
                  <c:v>41.5</c:v>
                </c:pt>
                <c:pt idx="67">
                  <c:v>45.1</c:v>
                </c:pt>
                <c:pt idx="68">
                  <c:v>47.5</c:v>
                </c:pt>
                <c:pt idx="69">
                  <c:v>49.2</c:v>
                </c:pt>
                <c:pt idx="70">
                  <c:v>48.2</c:v>
                </c:pt>
                <c:pt idx="71">
                  <c:v>42.4</c:v>
                </c:pt>
                <c:pt idx="72">
                  <c:v>25.7</c:v>
                </c:pt>
                <c:pt idx="73">
                  <c:v>26.7</c:v>
                </c:pt>
                <c:pt idx="74">
                  <c:v>24.4</c:v>
                </c:pt>
                <c:pt idx="75">
                  <c:v>23.7</c:v>
                </c:pt>
                <c:pt idx="76">
                  <c:v>23.7</c:v>
                </c:pt>
                <c:pt idx="77">
                  <c:v>25.4</c:v>
                </c:pt>
                <c:pt idx="78">
                  <c:v>24.6</c:v>
                </c:pt>
                <c:pt idx="79">
                  <c:v>19.6</c:v>
                </c:pt>
                <c:pt idx="80">
                  <c:v>18.6</c:v>
                </c:pt>
                <c:pt idx="81">
                  <c:v>17.8</c:v>
                </c:pt>
                <c:pt idx="82">
                  <c:v>13</c:v>
                </c:pt>
                <c:pt idx="83">
                  <c:v>14.6</c:v>
                </c:pt>
                <c:pt idx="84">
                  <c:v>15.6</c:v>
                </c:pt>
                <c:pt idx="85">
                  <c:v>13.4</c:v>
                </c:pt>
                <c:pt idx="86">
                  <c:v>13.9</c:v>
                </c:pt>
                <c:pt idx="87">
                  <c:v>14.7</c:v>
                </c:pt>
                <c:pt idx="88">
                  <c:v>19.1</c:v>
                </c:pt>
                <c:pt idx="89">
                  <c:v>34.6</c:v>
                </c:pt>
                <c:pt idx="90">
                  <c:v>33.6</c:v>
                </c:pt>
                <c:pt idx="91">
                  <c:v>37.8</c:v>
                </c:pt>
                <c:pt idx="92">
                  <c:v>41.2</c:v>
                </c:pt>
                <c:pt idx="93">
                  <c:v>41.9</c:v>
                </c:pt>
                <c:pt idx="94">
                  <c:v>43.7</c:v>
                </c:pt>
                <c:pt idx="95">
                  <c:v>40.7</c:v>
                </c:pt>
                <c:pt idx="96">
                  <c:v>39</c:v>
                </c:pt>
                <c:pt idx="97">
                  <c:v>35.3</c:v>
                </c:pt>
                <c:pt idx="98">
                  <c:v>33</c:v>
                </c:pt>
                <c:pt idx="99">
                  <c:v>24.8</c:v>
                </c:pt>
                <c:pt idx="100">
                  <c:v>22.8</c:v>
                </c:pt>
                <c:pt idx="101">
                  <c:v>24.2</c:v>
                </c:pt>
                <c:pt idx="102">
                  <c:v>22.8</c:v>
                </c:pt>
                <c:pt idx="103">
                  <c:v>18.4</c:v>
                </c:pt>
                <c:pt idx="104">
                  <c:v>19</c:v>
                </c:pt>
                <c:pt idx="105">
                  <c:v>13.1</c:v>
                </c:pt>
                <c:pt idx="106">
                  <c:v>12.6</c:v>
                </c:pt>
                <c:pt idx="107">
                  <c:v>19.2</c:v>
                </c:pt>
                <c:pt idx="108">
                  <c:v>15.3</c:v>
                </c:pt>
                <c:pt idx="109">
                  <c:v>15.6</c:v>
                </c:pt>
                <c:pt idx="110">
                  <c:v>13.8</c:v>
                </c:pt>
                <c:pt idx="111">
                  <c:v>17.9</c:v>
                </c:pt>
                <c:pt idx="112">
                  <c:v>19.4</c:v>
                </c:pt>
                <c:pt idx="113">
                  <c:v>32.7</c:v>
                </c:pt>
                <c:pt idx="114">
                  <c:v>33.9</c:v>
                </c:pt>
                <c:pt idx="115">
                  <c:v>35</c:v>
                </c:pt>
                <c:pt idx="116">
                  <c:v>40.6</c:v>
                </c:pt>
                <c:pt idx="117">
                  <c:v>49.7</c:v>
                </c:pt>
                <c:pt idx="118">
                  <c:v>48.2</c:v>
                </c:pt>
                <c:pt idx="119">
                  <c:v>44.9</c:v>
                </c:pt>
                <c:pt idx="120">
                  <c:v>47.1</c:v>
                </c:pt>
                <c:pt idx="121">
                  <c:v>39.7</c:v>
                </c:pt>
                <c:pt idx="122">
                  <c:v>39.5</c:v>
                </c:pt>
                <c:pt idx="123">
                  <c:v>41</c:v>
                </c:pt>
                <c:pt idx="124">
                  <c:v>37.3</c:v>
                </c:pt>
                <c:pt idx="125">
                  <c:v>37.1</c:v>
                </c:pt>
                <c:pt idx="126">
                  <c:v>36.6</c:v>
                </c:pt>
                <c:pt idx="127">
                  <c:v>24.4</c:v>
                </c:pt>
                <c:pt idx="128">
                  <c:v>25.3</c:v>
                </c:pt>
                <c:pt idx="129">
                  <c:v>25.4</c:v>
                </c:pt>
                <c:pt idx="130">
                  <c:v>23.5</c:v>
                </c:pt>
                <c:pt idx="131">
                  <c:v>22.8</c:v>
                </c:pt>
                <c:pt idx="132">
                  <c:v>24.9</c:v>
                </c:pt>
                <c:pt idx="133">
                  <c:v>25.6</c:v>
                </c:pt>
                <c:pt idx="134">
                  <c:v>24.8</c:v>
                </c:pt>
                <c:pt idx="135">
                  <c:v>31.5</c:v>
                </c:pt>
                <c:pt idx="136">
                  <c:v>32.6</c:v>
                </c:pt>
                <c:pt idx="137">
                  <c:v>45.5</c:v>
                </c:pt>
                <c:pt idx="138">
                  <c:v>48</c:v>
                </c:pt>
                <c:pt idx="139">
                  <c:v>49</c:v>
                </c:pt>
                <c:pt idx="140">
                  <c:v>60</c:v>
                </c:pt>
                <c:pt idx="141">
                  <c:v>62</c:v>
                </c:pt>
                <c:pt idx="142">
                  <c:v>57.2</c:v>
                </c:pt>
                <c:pt idx="143">
                  <c:v>58</c:v>
                </c:pt>
                <c:pt idx="144">
                  <c:v>56.2</c:v>
                </c:pt>
                <c:pt idx="145">
                  <c:v>47.6</c:v>
                </c:pt>
                <c:pt idx="146">
                  <c:v>46.8</c:v>
                </c:pt>
                <c:pt idx="147">
                  <c:v>43.7</c:v>
                </c:pt>
                <c:pt idx="148">
                  <c:v>43.4</c:v>
                </c:pt>
                <c:pt idx="149">
                  <c:v>38.1</c:v>
                </c:pt>
                <c:pt idx="150">
                  <c:v>37.5</c:v>
                </c:pt>
                <c:pt idx="151">
                  <c:v>37.3</c:v>
                </c:pt>
                <c:pt idx="152">
                  <c:v>27.7</c:v>
                </c:pt>
                <c:pt idx="153">
                  <c:v>25.4</c:v>
                </c:pt>
                <c:pt idx="154">
                  <c:v>26.5</c:v>
                </c:pt>
                <c:pt idx="155">
                  <c:v>27.8</c:v>
                </c:pt>
                <c:pt idx="156">
                  <c:v>27.3</c:v>
                </c:pt>
                <c:pt idx="157">
                  <c:v>25.1</c:v>
                </c:pt>
                <c:pt idx="158">
                  <c:v>24.1</c:v>
                </c:pt>
                <c:pt idx="159">
                  <c:v>24.7</c:v>
                </c:pt>
                <c:pt idx="160">
                  <c:v>18.2</c:v>
                </c:pt>
                <c:pt idx="161">
                  <c:v>34.6</c:v>
                </c:pt>
                <c:pt idx="162">
                  <c:v>39.8</c:v>
                </c:pt>
                <c:pt idx="163">
                  <c:v>41.3</c:v>
                </c:pt>
                <c:pt idx="164">
                  <c:v>44.8</c:v>
                </c:pt>
                <c:pt idx="165">
                  <c:v>46.2</c:v>
                </c:pt>
                <c:pt idx="166">
                  <c:v>46.6</c:v>
                </c:pt>
                <c:pt idx="167">
                  <c:v>41.6</c:v>
                </c:pt>
                <c:pt idx="168">
                  <c:v>41.5</c:v>
                </c:pt>
                <c:pt idx="169">
                  <c:v>38.6</c:v>
                </c:pt>
                <c:pt idx="170">
                  <c:v>37</c:v>
                </c:pt>
                <c:pt idx="171">
                  <c:v>35.4</c:v>
                </c:pt>
                <c:pt idx="172">
                  <c:v>35</c:v>
                </c:pt>
                <c:pt idx="173">
                  <c:v>34.1</c:v>
                </c:pt>
                <c:pt idx="174">
                  <c:v>33.6</c:v>
                </c:pt>
                <c:pt idx="175">
                  <c:v>16.8</c:v>
                </c:pt>
                <c:pt idx="176">
                  <c:v>15.8</c:v>
                </c:pt>
                <c:pt idx="177">
                  <c:v>16.1</c:v>
                </c:pt>
                <c:pt idx="178">
                  <c:v>8.5</c:v>
                </c:pt>
                <c:pt idx="179">
                  <c:v>8.6</c:v>
                </c:pt>
                <c:pt idx="180">
                  <c:v>14.1</c:v>
                </c:pt>
                <c:pt idx="181">
                  <c:v>12.8</c:v>
                </c:pt>
                <c:pt idx="182">
                  <c:v>14</c:v>
                </c:pt>
                <c:pt idx="183">
                  <c:v>15.7</c:v>
                </c:pt>
                <c:pt idx="184">
                  <c:v>21.9</c:v>
                </c:pt>
                <c:pt idx="185">
                  <c:v>35.8</c:v>
                </c:pt>
                <c:pt idx="186">
                  <c:v>38</c:v>
                </c:pt>
                <c:pt idx="187">
                  <c:v>47.5</c:v>
                </c:pt>
                <c:pt idx="188">
                  <c:v>49.6</c:v>
                </c:pt>
                <c:pt idx="189">
                  <c:v>49.5</c:v>
                </c:pt>
                <c:pt idx="190">
                  <c:v>49.1</c:v>
                </c:pt>
                <c:pt idx="191">
                  <c:v>44.2</c:v>
                </c:pt>
                <c:pt idx="192">
                  <c:v>43.9</c:v>
                </c:pt>
                <c:pt idx="193">
                  <c:v>39.3</c:v>
                </c:pt>
                <c:pt idx="194">
                  <c:v>40.5</c:v>
                </c:pt>
                <c:pt idx="195">
                  <c:v>40.6</c:v>
                </c:pt>
                <c:pt idx="196">
                  <c:v>37.2</c:v>
                </c:pt>
                <c:pt idx="197">
                  <c:v>35.2</c:v>
                </c:pt>
                <c:pt idx="198">
                  <c:v>35.2</c:v>
                </c:pt>
                <c:pt idx="199">
                  <c:v>18.3</c:v>
                </c:pt>
                <c:pt idx="200">
                  <c:v>17.8</c:v>
                </c:pt>
                <c:pt idx="201">
                  <c:v>21.9</c:v>
                </c:pt>
                <c:pt idx="202">
                  <c:v>23.2</c:v>
                </c:pt>
                <c:pt idx="203">
                  <c:v>25.3</c:v>
                </c:pt>
                <c:pt idx="204">
                  <c:v>24.4</c:v>
                </c:pt>
                <c:pt idx="205">
                  <c:v>25.8</c:v>
                </c:pt>
                <c:pt idx="206">
                  <c:v>24.4</c:v>
                </c:pt>
                <c:pt idx="207">
                  <c:v>29.1</c:v>
                </c:pt>
                <c:pt idx="208">
                  <c:v>32.6</c:v>
                </c:pt>
                <c:pt idx="209">
                  <c:v>51</c:v>
                </c:pt>
                <c:pt idx="210">
                  <c:v>50.8</c:v>
                </c:pt>
                <c:pt idx="211">
                  <c:v>53.2</c:v>
                </c:pt>
                <c:pt idx="212">
                  <c:v>61.5</c:v>
                </c:pt>
                <c:pt idx="213">
                  <c:v>63.2</c:v>
                </c:pt>
                <c:pt idx="214">
                  <c:v>63.3</c:v>
                </c:pt>
                <c:pt idx="215">
                  <c:v>60.9</c:v>
                </c:pt>
                <c:pt idx="216">
                  <c:v>64.2</c:v>
                </c:pt>
                <c:pt idx="217">
                  <c:v>44.9</c:v>
                </c:pt>
                <c:pt idx="218">
                  <c:v>44</c:v>
                </c:pt>
                <c:pt idx="219">
                  <c:v>53.5</c:v>
                </c:pt>
                <c:pt idx="220">
                  <c:v>51.5</c:v>
                </c:pt>
                <c:pt idx="221">
                  <c:v>49.3</c:v>
                </c:pt>
                <c:pt idx="222">
                  <c:v>48.6</c:v>
                </c:pt>
                <c:pt idx="223">
                  <c:v>48.7</c:v>
                </c:pt>
                <c:pt idx="224">
                  <c:v>37.5</c:v>
                </c:pt>
                <c:pt idx="225">
                  <c:v>35.6</c:v>
                </c:pt>
                <c:pt idx="226">
                  <c:v>29.2</c:v>
                </c:pt>
                <c:pt idx="227">
                  <c:v>36</c:v>
                </c:pt>
                <c:pt idx="228">
                  <c:v>36.2</c:v>
                </c:pt>
                <c:pt idx="229">
                  <c:v>29.8</c:v>
                </c:pt>
                <c:pt idx="230">
                  <c:v>28.6</c:v>
                </c:pt>
                <c:pt idx="231">
                  <c:v>29.2</c:v>
                </c:pt>
                <c:pt idx="232">
                  <c:v>30.4</c:v>
                </c:pt>
                <c:pt idx="233">
                  <c:v>36.3</c:v>
                </c:pt>
                <c:pt idx="234">
                  <c:v>42</c:v>
                </c:pt>
                <c:pt idx="235">
                  <c:v>43.9</c:v>
                </c:pt>
                <c:pt idx="236">
                  <c:v>50</c:v>
                </c:pt>
                <c:pt idx="237">
                  <c:v>50.8</c:v>
                </c:pt>
                <c:pt idx="238">
                  <c:v>61.2</c:v>
                </c:pt>
                <c:pt idx="239">
                  <c:v>60.2</c:v>
                </c:pt>
                <c:pt idx="240">
                  <c:v>58.9</c:v>
                </c:pt>
                <c:pt idx="241">
                  <c:v>52.4</c:v>
                </c:pt>
                <c:pt idx="242">
                  <c:v>48.6</c:v>
                </c:pt>
                <c:pt idx="243">
                  <c:v>48.7</c:v>
                </c:pt>
                <c:pt idx="244">
                  <c:v>46.5</c:v>
                </c:pt>
                <c:pt idx="245">
                  <c:v>48.1</c:v>
                </c:pt>
                <c:pt idx="246">
                  <c:v>47</c:v>
                </c:pt>
                <c:pt idx="247">
                  <c:v>46.9</c:v>
                </c:pt>
                <c:pt idx="248">
                  <c:v>35.6</c:v>
                </c:pt>
                <c:pt idx="249">
                  <c:v>26.4</c:v>
                </c:pt>
                <c:pt idx="250">
                  <c:v>24.3</c:v>
                </c:pt>
                <c:pt idx="251">
                  <c:v>24.8</c:v>
                </c:pt>
                <c:pt idx="252">
                  <c:v>27.1</c:v>
                </c:pt>
                <c:pt idx="253">
                  <c:v>25.9</c:v>
                </c:pt>
                <c:pt idx="254">
                  <c:v>25.4</c:v>
                </c:pt>
                <c:pt idx="255">
                  <c:v>27.1</c:v>
                </c:pt>
                <c:pt idx="256">
                  <c:v>30.1</c:v>
                </c:pt>
                <c:pt idx="257">
                  <c:v>29.9</c:v>
                </c:pt>
                <c:pt idx="258">
                  <c:v>39.2</c:v>
                </c:pt>
                <c:pt idx="259">
                  <c:v>41</c:v>
                </c:pt>
                <c:pt idx="260">
                  <c:v>45.2</c:v>
                </c:pt>
                <c:pt idx="261">
                  <c:v>51.8</c:v>
                </c:pt>
                <c:pt idx="262">
                  <c:v>45.7</c:v>
                </c:pt>
                <c:pt idx="263">
                  <c:v>53.1</c:v>
                </c:pt>
                <c:pt idx="264">
                  <c:v>56.7</c:v>
                </c:pt>
                <c:pt idx="265">
                  <c:v>49.6</c:v>
                </c:pt>
                <c:pt idx="266">
                  <c:v>52.2</c:v>
                </c:pt>
                <c:pt idx="267">
                  <c:v>49.5</c:v>
                </c:pt>
                <c:pt idx="268">
                  <c:v>49.9</c:v>
                </c:pt>
                <c:pt idx="269">
                  <c:v>42.4</c:v>
                </c:pt>
                <c:pt idx="270">
                  <c:v>39.7</c:v>
                </c:pt>
                <c:pt idx="271">
                  <c:v>34.5</c:v>
                </c:pt>
                <c:pt idx="272">
                  <c:v>22</c:v>
                </c:pt>
                <c:pt idx="273">
                  <c:v>21.6</c:v>
                </c:pt>
                <c:pt idx="274">
                  <c:v>22</c:v>
                </c:pt>
                <c:pt idx="275">
                  <c:v>25</c:v>
                </c:pt>
                <c:pt idx="276">
                  <c:v>26.4</c:v>
                </c:pt>
                <c:pt idx="277">
                  <c:v>25.1</c:v>
                </c:pt>
                <c:pt idx="278">
                  <c:v>24.2</c:v>
                </c:pt>
                <c:pt idx="279">
                  <c:v>26.5</c:v>
                </c:pt>
                <c:pt idx="280">
                  <c:v>19.4</c:v>
                </c:pt>
                <c:pt idx="281">
                  <c:v>37</c:v>
                </c:pt>
                <c:pt idx="282">
                  <c:v>40.6</c:v>
                </c:pt>
                <c:pt idx="283">
                  <c:v>43.7</c:v>
                </c:pt>
                <c:pt idx="284">
                  <c:v>51.7</c:v>
                </c:pt>
                <c:pt idx="285">
                  <c:v>50.4</c:v>
                </c:pt>
                <c:pt idx="286">
                  <c:v>55.7</c:v>
                </c:pt>
                <c:pt idx="287">
                  <c:v>62.6</c:v>
                </c:pt>
                <c:pt idx="288">
                  <c:v>60.3</c:v>
                </c:pt>
                <c:pt idx="289">
                  <c:v>54.4</c:v>
                </c:pt>
                <c:pt idx="290">
                  <c:v>51.6</c:v>
                </c:pt>
                <c:pt idx="291">
                  <c:v>51.6</c:v>
                </c:pt>
                <c:pt idx="292">
                  <c:v>49.6</c:v>
                </c:pt>
                <c:pt idx="293">
                  <c:v>47</c:v>
                </c:pt>
                <c:pt idx="294">
                  <c:v>47.7</c:v>
                </c:pt>
                <c:pt idx="295">
                  <c:v>45.8</c:v>
                </c:pt>
                <c:pt idx="296">
                  <c:v>30.3</c:v>
                </c:pt>
                <c:pt idx="297">
                  <c:v>28.3</c:v>
                </c:pt>
                <c:pt idx="298">
                  <c:v>25.7</c:v>
                </c:pt>
                <c:pt idx="299">
                  <c:v>24.7</c:v>
                </c:pt>
                <c:pt idx="300">
                  <c:v>27.6</c:v>
                </c:pt>
                <c:pt idx="301">
                  <c:v>26.5</c:v>
                </c:pt>
                <c:pt idx="302">
                  <c:v>22.6</c:v>
                </c:pt>
                <c:pt idx="303">
                  <c:v>24.6</c:v>
                </c:pt>
                <c:pt idx="304">
                  <c:v>22</c:v>
                </c:pt>
                <c:pt idx="305">
                  <c:v>34.3</c:v>
                </c:pt>
                <c:pt idx="306">
                  <c:v>37.2</c:v>
                </c:pt>
                <c:pt idx="307">
                  <c:v>42</c:v>
                </c:pt>
                <c:pt idx="308">
                  <c:v>48.5</c:v>
                </c:pt>
                <c:pt idx="309">
                  <c:v>48.7</c:v>
                </c:pt>
                <c:pt idx="310">
                  <c:v>54.4</c:v>
                </c:pt>
                <c:pt idx="311">
                  <c:v>54.7</c:v>
                </c:pt>
                <c:pt idx="312">
                  <c:v>51.2</c:v>
                </c:pt>
                <c:pt idx="313">
                  <c:v>34.9</c:v>
                </c:pt>
                <c:pt idx="314">
                  <c:v>36.1</c:v>
                </c:pt>
                <c:pt idx="315">
                  <c:v>33.7</c:v>
                </c:pt>
                <c:pt idx="316">
                  <c:v>32.2</c:v>
                </c:pt>
                <c:pt idx="317">
                  <c:v>36.3</c:v>
                </c:pt>
                <c:pt idx="318">
                  <c:v>32.1</c:v>
                </c:pt>
                <c:pt idx="319">
                  <c:v>20.8</c:v>
                </c:pt>
                <c:pt idx="320">
                  <c:v>16.1</c:v>
                </c:pt>
                <c:pt idx="321">
                  <c:v>15.1</c:v>
                </c:pt>
                <c:pt idx="322">
                  <c:v>16.3</c:v>
                </c:pt>
                <c:pt idx="323">
                  <c:v>16</c:v>
                </c:pt>
                <c:pt idx="324">
                  <c:v>11</c:v>
                </c:pt>
                <c:pt idx="325">
                  <c:v>16.7</c:v>
                </c:pt>
                <c:pt idx="326">
                  <c:v>16.4</c:v>
                </c:pt>
                <c:pt idx="327">
                  <c:v>19.5</c:v>
                </c:pt>
                <c:pt idx="328">
                  <c:v>20.8</c:v>
                </c:pt>
                <c:pt idx="329">
                  <c:v>44.3</c:v>
                </c:pt>
                <c:pt idx="330">
                  <c:v>46.1</c:v>
                </c:pt>
                <c:pt idx="331">
                  <c:v>47</c:v>
                </c:pt>
                <c:pt idx="332">
                  <c:v>50.4</c:v>
                </c:pt>
                <c:pt idx="333">
                  <c:v>49.6</c:v>
                </c:pt>
                <c:pt idx="334">
                  <c:v>47</c:v>
                </c:pt>
                <c:pt idx="335">
                  <c:v>42.6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8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A6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pitch: a big-data platform that turns raw air-quality data into real-time alerts and 6-hour forecasts for 15 Nepali 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winter inversions in the Kathmandu bowl, Indo-Gangetic haze in the Terai, brick kilns, traffic, burning. Few ground stations, no city-level early warning, no Nepali advice. These numbers come from our own Spark analysis of one year of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a unified, real-time, nationwide system that monitors, explains, warns ahead of time and builds policy evidence. Stakeholders: citizens, schools, hospitals, DoEnv, MoHP, municipalities.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public APIs, no key, fully reproducible. Producer merges air quality + weather per city-hour into one JSON message. Velocity: hourly per city, live polling every 15 min; volume grows without bound; variety: pollutants + meteorology + future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features: PM2.5 (main), PM10/CO/NO2/SO2/O3/dust for source fingerprinting, boundary-layer height for inversions, wind, rain, humidity, temperature, city/province, event time, and derived AQI, lags and rolling means. Plus extensibility and Nepali localisation.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sources → producer → Kafka topic nepal.air.raw → Spark Structured Streaming with three queries (lake, MongoDB+alerts, daily windows) → Parquet lake and MongoDB → Streamlit dashboard. Batch Spark + MLlib reads the lake and writes analytics and forecasts. Alerts go back to Kafka for SMS/app consumers. Kappa-style: one stream, replayable.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core big-data tools are Kafka and Spark. Parquet/HDFS and MongoDB are the storage components. Flink would give lower latency, but hourly data does not need it, and Spark gives one API for streaming, batch and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Polyglot persistence: Kafka is the hot buffer and single source of truth; Parquet lake for cheap, scalable history; MongoDB for low-latency serving. The dashboard never scans the lake.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Idempotent: Q2 upserts on (city, event_ts), so replays don't double count. Checkpoints give exactly-once offset tracking. Alerts are fanned back out to Kafka so an SMS gateway can subscribe.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 batch aggregation of the full lake by city and month. Policy implication: time interventions such as kiln restrictions and school schedules to the dry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Pearson correlations computed with Spark DataFrame stat.corr across all city-hours, separately for the Valley and the Terai.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StringIndexer → OneHotEncoder → VectorAssembler → GBTRegressor. A chronological split avoids leakage. The newest observation of each city is scored and shown as a 6-hour forecast on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Commands: docker compose run --rm replay ; docker compose logs -f spark-streaming ; open localhost:8501 (dashboard), localhost:8080 (Kafka-UI), localhost:4040 (Spark UI).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model-resolution limitation; the architecture already supports adding sources through the same topic and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impact: with ground-sensor fusion and SMS delivery this could serve as a national early-warning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NepAirWatch  ·  Kafka + Spark for clean-air early warning in Nepal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NepAirWatch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Real-time air-quality monitoring &amp; early warning for Nepal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with Apache Kafka + Apache Spark</a:t>
            </a:r>
            <a:endParaRPr lang="en-US" sz="2200" dirty="0"/>
          </a:p>
        </p:txBody>
      </p:sp>
      <p:sp>
        <p:nvSpPr>
          <p:cNvPr id="4" name="logo circle"/>
          <p:cNvSpPr/>
          <p:nvPr/>
        </p:nvSpPr>
        <p:spPr>
          <a:xfrm>
            <a:off x="731520" y="822960"/>
            <a:ext cx="914400" cy="914400"/>
          </a:xfrm>
          <a:prstGeom prst="ellipse">
            <a:avLst/>
          </a:prstGeom>
          <a:solidFill>
            <a:srgbClr val="E07A2F"/>
          </a:solidFill>
          <a:ln/>
        </p:spPr>
      </p:sp>
      <p:pic>
        <p:nvPicPr>
          <p:cNvPr id="5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042416"/>
            <a:ext cx="475488" cy="475488"/>
          </a:xfrm>
          <a:prstGeom prst="rect">
            <a:avLst/>
          </a:prstGeom>
        </p:spPr>
      </p:pic>
      <p:sp>
        <p:nvSpPr>
          <p:cNvPr id="6" name="team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[Student Name 1]  ·  [Student Name 2]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Big Data — Implementation Task  ·  Demo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Nepal breathes unsafe air on most days of the year</a:t>
            </a:r>
            <a:endParaRPr lang="en-US" sz="3200" dirty="0"/>
          </a:p>
        </p:txBody>
      </p:sp>
      <p:sp>
        <p:nvSpPr>
          <p:cNvPr id="3" name="stat 1"/>
          <p:cNvSpPr txBox="1"/>
          <p:nvPr/>
        </p:nvSpPr>
        <p:spPr>
          <a:xfrm>
            <a:off x="548640" y="1325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270</a:t>
            </a:r>
            <a:endParaRPr lang="en-US" sz="5400" dirty="0"/>
          </a:p>
        </p:txBody>
      </p:sp>
      <p:sp>
        <p:nvSpPr>
          <p:cNvPr id="4" name="stat 1 label"/>
          <p:cNvSpPr txBox="1"/>
          <p:nvPr/>
        </p:nvSpPr>
        <p:spPr>
          <a:xfrm>
            <a:off x="251460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days Biratnagar broke Nepal's 24-h PM2.5 standard (40 µg/m³)</a:t>
            </a:r>
            <a:endParaRPr lang="en-US" sz="1400" dirty="0"/>
          </a:p>
        </p:txBody>
      </p:sp>
      <p:sp>
        <p:nvSpPr>
          <p:cNvPr id="5" name="stat 2"/>
          <p:cNvSpPr txBox="1"/>
          <p:nvPr/>
        </p:nvSpPr>
        <p:spPr>
          <a:xfrm>
            <a:off x="548640" y="2926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174</a:t>
            </a:r>
            <a:endParaRPr lang="en-US" sz="5400" dirty="0"/>
          </a:p>
        </p:txBody>
      </p:sp>
      <p:sp>
        <p:nvSpPr>
          <p:cNvPr id="6" name="stat 2 label"/>
          <p:cNvSpPr txBox="1"/>
          <p:nvPr/>
        </p:nvSpPr>
        <p:spPr>
          <a:xfrm>
            <a:off x="2514600" y="2971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days Kathmandu broke the national standard</a:t>
            </a:r>
            <a:endParaRPr lang="en-US" sz="1400" dirty="0"/>
          </a:p>
        </p:txBody>
      </p:sp>
      <p:sp>
        <p:nvSpPr>
          <p:cNvPr id="7" name="stat 3"/>
          <p:cNvSpPr txBox="1"/>
          <p:nvPr/>
        </p:nvSpPr>
        <p:spPr>
          <a:xfrm>
            <a:off x="548640" y="4526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204</a:t>
            </a:r>
            <a:endParaRPr lang="en-US" sz="5400" dirty="0"/>
          </a:p>
        </p:txBody>
      </p:sp>
      <p:sp>
        <p:nvSpPr>
          <p:cNvPr id="8" name="stat 3 label"/>
          <p:cNvSpPr txBox="1"/>
          <p:nvPr/>
        </p:nvSpPr>
        <p:spPr>
          <a:xfrm>
            <a:off x="2514600" y="4572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days even "clean" Pokhara exceeded the WHO guideline</a:t>
            </a:r>
            <a:endParaRPr lang="en-US" sz="1400" dirty="0"/>
          </a:p>
        </p:txBody>
      </p:sp>
      <p:graphicFrame>
        <p:nvGraphicFramePr>
          <p:cNvPr id="9" name="exceedance chart" descr=""/>
          <p:cNvGraphicFramePr/>
          <p:nvPr/>
        </p:nvGraphicFramePr>
        <p:xfrm>
          <a:off x="5120640" y="1234440"/>
          <a:ext cx="658368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definition: what is missing today</a:t>
            </a:r>
            <a:endParaRPr lang="en-US" sz="3200" dirty="0"/>
          </a:p>
        </p:txBody>
      </p:sp>
      <p:sp>
        <p:nvSpPr>
          <p:cNvPr id="3" name="gap 1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gap 1 circle"/>
          <p:cNvSpPr/>
          <p:nvPr/>
        </p:nvSpPr>
        <p:spPr>
          <a:xfrm>
            <a:off x="868680" y="1737360"/>
            <a:ext cx="822960" cy="822960"/>
          </a:xfrm>
          <a:prstGeom prst="ellipse">
            <a:avLst/>
          </a:prstGeom>
          <a:solidFill>
            <a:srgbClr val="E07A2F"/>
          </a:solidFill>
          <a:ln/>
        </p:spPr>
      </p:sp>
      <p:pic>
        <p:nvPicPr>
          <p:cNvPr id="5" name="ga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934870"/>
            <a:ext cx="427939" cy="427939"/>
          </a:xfrm>
          <a:prstGeom prst="rect">
            <a:avLst/>
          </a:prstGeom>
        </p:spPr>
      </p:pic>
      <p:sp>
        <p:nvSpPr>
          <p:cNvPr id="6" name="gap 1 head"/>
          <p:cNvSpPr txBox="1"/>
          <p:nvPr/>
        </p:nvSpPr>
        <p:spPr>
          <a:xfrm>
            <a:off x="192024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Sparse monitoring</a:t>
            </a:r>
            <a:endParaRPr lang="en-US" sz="2000" dirty="0"/>
          </a:p>
        </p:txBody>
      </p:sp>
      <p:sp>
        <p:nvSpPr>
          <p:cNvPr id="7" name="gap 1 body"/>
          <p:cNvSpPr txBox="1"/>
          <p:nvPr/>
        </p:nvSpPr>
        <p:spPr>
          <a:xfrm>
            <a:off x="192024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Reference stations sit mostly in Kathmandu Valley; Terai and far-west cities are largely unmonitored.</a:t>
            </a:r>
            <a:endParaRPr lang="en-US" sz="1500" dirty="0"/>
          </a:p>
        </p:txBody>
      </p:sp>
      <p:sp>
        <p:nvSpPr>
          <p:cNvPr id="8" name="gap 2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gap 2 circle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E07A2F"/>
          </a:solidFill>
          <a:ln/>
        </p:spPr>
      </p:sp>
      <p:pic>
        <p:nvPicPr>
          <p:cNvPr id="10" name="ga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50" y="1934870"/>
            <a:ext cx="427939" cy="427939"/>
          </a:xfrm>
          <a:prstGeom prst="rect">
            <a:avLst/>
          </a:prstGeom>
        </p:spPr>
      </p:pic>
      <p:sp>
        <p:nvSpPr>
          <p:cNvPr id="11" name="gap 2 head"/>
          <p:cNvSpPr txBox="1"/>
          <p:nvPr/>
        </p:nvSpPr>
        <p:spPr>
          <a:xfrm>
            <a:off x="754380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early warning</a:t>
            </a:r>
            <a:endParaRPr lang="en-US" sz="2000" dirty="0"/>
          </a:p>
        </p:txBody>
      </p:sp>
      <p:sp>
        <p:nvSpPr>
          <p:cNvPr id="12" name="gap 2 body"/>
          <p:cNvSpPr txBox="1"/>
          <p:nvPr/>
        </p:nvSpPr>
        <p:spPr>
          <a:xfrm>
            <a:off x="754380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Schools, hospitals and outdoor workers learn about bad air only after they are exposed.</a:t>
            </a:r>
            <a:endParaRPr lang="en-US" sz="1500" dirty="0"/>
          </a:p>
        </p:txBody>
      </p:sp>
      <p:sp>
        <p:nvSpPr>
          <p:cNvPr id="13" name="gap 3 card"/>
          <p:cNvSpPr/>
          <p:nvPr/>
        </p:nvSpPr>
        <p:spPr>
          <a:xfrm>
            <a:off x="54864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gap 3 circle"/>
          <p:cNvSpPr/>
          <p:nvPr/>
        </p:nvSpPr>
        <p:spPr>
          <a:xfrm>
            <a:off x="868680" y="4069080"/>
            <a:ext cx="822960" cy="822960"/>
          </a:xfrm>
          <a:prstGeom prst="ellipse">
            <a:avLst/>
          </a:prstGeom>
          <a:solidFill>
            <a:srgbClr val="E07A2F"/>
          </a:solidFill>
          <a:ln/>
        </p:spPr>
      </p:sp>
      <p:pic>
        <p:nvPicPr>
          <p:cNvPr id="15" name="ga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4266590"/>
            <a:ext cx="427939" cy="427939"/>
          </a:xfrm>
          <a:prstGeom prst="rect">
            <a:avLst/>
          </a:prstGeom>
        </p:spPr>
      </p:pic>
      <p:sp>
        <p:nvSpPr>
          <p:cNvPr id="16" name="gap 3 head"/>
          <p:cNvSpPr txBox="1"/>
          <p:nvPr/>
        </p:nvSpPr>
        <p:spPr>
          <a:xfrm>
            <a:off x="192024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Numbers, not advice</a:t>
            </a:r>
            <a:endParaRPr lang="en-US" sz="2000" dirty="0"/>
          </a:p>
        </p:txBody>
      </p:sp>
      <p:sp>
        <p:nvSpPr>
          <p:cNvPr id="17" name="gap 3 body"/>
          <p:cNvSpPr txBox="1"/>
          <p:nvPr/>
        </p:nvSpPr>
        <p:spPr>
          <a:xfrm>
            <a:off x="1920240" y="4526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µg/m³ means little to citizens. People need colour categories and advice in Nepali.</a:t>
            </a:r>
            <a:endParaRPr lang="en-US" sz="1500" dirty="0"/>
          </a:p>
        </p:txBody>
      </p:sp>
      <p:sp>
        <p:nvSpPr>
          <p:cNvPr id="18" name="gap 4 card"/>
          <p:cNvSpPr/>
          <p:nvPr/>
        </p:nvSpPr>
        <p:spPr>
          <a:xfrm>
            <a:off x="617220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gap 4 circle"/>
          <p:cNvSpPr/>
          <p:nvPr/>
        </p:nvSpPr>
        <p:spPr>
          <a:xfrm>
            <a:off x="6492240" y="4069080"/>
            <a:ext cx="822960" cy="822960"/>
          </a:xfrm>
          <a:prstGeom prst="ellipse">
            <a:avLst/>
          </a:prstGeom>
          <a:solidFill>
            <a:srgbClr val="E07A2F"/>
          </a:solidFill>
          <a:ln/>
        </p:spPr>
      </p:sp>
      <p:pic>
        <p:nvPicPr>
          <p:cNvPr id="20" name="ga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4266590"/>
            <a:ext cx="427939" cy="427939"/>
          </a:xfrm>
          <a:prstGeom prst="rect">
            <a:avLst/>
          </a:prstGeom>
        </p:spPr>
      </p:pic>
      <p:sp>
        <p:nvSpPr>
          <p:cNvPr id="21" name="gap 4 head"/>
          <p:cNvSpPr txBox="1"/>
          <p:nvPr/>
        </p:nvSpPr>
        <p:spPr>
          <a:xfrm>
            <a:off x="754380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policy evidence</a:t>
            </a:r>
            <a:endParaRPr lang="en-US" sz="2000" dirty="0"/>
          </a:p>
        </p:txBody>
      </p:sp>
      <p:sp>
        <p:nvSpPr>
          <p:cNvPr id="22" name="gap 4 body"/>
          <p:cNvSpPr txBox="1"/>
          <p:nvPr/>
        </p:nvSpPr>
        <p:spPr>
          <a:xfrm>
            <a:off x="7543800" y="4526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Authorities lack long-term, multi-city evidence of when and where standards are breached.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15 cities across all 7 provinces</a:t>
            </a:r>
            <a:endParaRPr lang="en-US" sz="3200" dirty="0"/>
          </a:p>
        </p:txBody>
      </p:sp>
      <p:sp>
        <p:nvSpPr>
          <p:cNvPr id="3" name="source 1 circle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sourc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1580083"/>
            <a:ext cx="451714" cy="451714"/>
          </a:xfrm>
          <a:prstGeom prst="rect">
            <a:avLst/>
          </a:prstGeom>
        </p:spPr>
      </p:pic>
      <p:sp>
        <p:nvSpPr>
          <p:cNvPr id="5" name="source 1 head"/>
          <p:cNvSpPr txBox="1"/>
          <p:nvPr/>
        </p:nvSpPr>
        <p:spPr>
          <a:xfrm>
            <a:off x="164592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Open-Meteo Air-Quality API</a:t>
            </a:r>
            <a:endParaRPr lang="en-US" sz="1800" dirty="0"/>
          </a:p>
        </p:txBody>
      </p:sp>
      <p:sp>
        <p:nvSpPr>
          <p:cNvPr id="6" name="source 1 body"/>
          <p:cNvSpPr txBox="1"/>
          <p:nvPr/>
        </p:nvSpPr>
        <p:spPr>
          <a:xfrm>
            <a:off x="164592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Copernicus CAMS model · PM2.5, PM10, CO, NO₂, SO₂, O₃, dust · hourly</a:t>
            </a:r>
            <a:endParaRPr lang="en-US" sz="1400" dirty="0"/>
          </a:p>
        </p:txBody>
      </p:sp>
      <p:sp>
        <p:nvSpPr>
          <p:cNvPr id="7" name="source 2 circle"/>
          <p:cNvSpPr/>
          <p:nvPr/>
        </p:nvSpPr>
        <p:spPr>
          <a:xfrm>
            <a:off x="548640" y="2743200"/>
            <a:ext cx="868680" cy="8686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8" name="sourc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" y="2951683"/>
            <a:ext cx="451714" cy="451714"/>
          </a:xfrm>
          <a:prstGeom prst="rect">
            <a:avLst/>
          </a:prstGeom>
        </p:spPr>
      </p:pic>
      <p:sp>
        <p:nvSpPr>
          <p:cNvPr id="9" name="source 2 head"/>
          <p:cNvSpPr txBox="1"/>
          <p:nvPr/>
        </p:nvSpPr>
        <p:spPr>
          <a:xfrm>
            <a:off x="164592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Open-Meteo Weather APIs</a:t>
            </a:r>
            <a:endParaRPr lang="en-US" sz="1800" dirty="0"/>
          </a:p>
        </p:txBody>
      </p:sp>
      <p:sp>
        <p:nvSpPr>
          <p:cNvPr id="10" name="source 2 body"/>
          <p:cNvSpPr txBox="1"/>
          <p:nvPr/>
        </p:nvSpPr>
        <p:spPr>
          <a:xfrm>
            <a:off x="1645920" y="3154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Temperature, humidity, wind, rain, boundary-layer height · hourly</a:t>
            </a:r>
            <a:endParaRPr lang="en-US" sz="1400" dirty="0"/>
          </a:p>
        </p:txBody>
      </p:sp>
      <p:sp>
        <p:nvSpPr>
          <p:cNvPr id="11" name="source 3 circle"/>
          <p:cNvSpPr/>
          <p:nvPr/>
        </p:nvSpPr>
        <p:spPr>
          <a:xfrm>
            <a:off x="548640" y="4114800"/>
            <a:ext cx="868680" cy="868680"/>
          </a:xfrm>
          <a:prstGeom prst="ellipse">
            <a:avLst/>
          </a:prstGeom>
          <a:solidFill>
            <a:srgbClr val="5E8C61"/>
          </a:solidFill>
          <a:ln/>
        </p:spPr>
      </p:sp>
      <p:pic>
        <p:nvPicPr>
          <p:cNvPr id="12" name="sourc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4323283"/>
            <a:ext cx="451714" cy="451714"/>
          </a:xfrm>
          <a:prstGeom prst="rect">
            <a:avLst/>
          </a:prstGeom>
        </p:spPr>
      </p:pic>
      <p:sp>
        <p:nvSpPr>
          <p:cNvPr id="13" name="source 3 head"/>
          <p:cNvSpPr txBox="1"/>
          <p:nvPr/>
        </p:nvSpPr>
        <p:spPr>
          <a:xfrm>
            <a:off x="1645920" y="4114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Extensions (same topic)</a:t>
            </a:r>
            <a:endParaRPr lang="en-US" sz="1800" dirty="0"/>
          </a:p>
        </p:txBody>
      </p:sp>
      <p:sp>
        <p:nvSpPr>
          <p:cNvPr id="14" name="source 3 body"/>
          <p:cNvSpPr txBox="1"/>
          <p:nvPr/>
        </p:nvSpPr>
        <p:spPr>
          <a:xfrm>
            <a:off x="1645920" y="4526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DoEnv ground stations · low-cost IoT sensors · NASA FIRMS fires</a:t>
            </a:r>
            <a:endParaRPr lang="en-US" sz="1400" dirty="0"/>
          </a:p>
        </p:txBody>
      </p:sp>
      <p:sp>
        <p:nvSpPr>
          <p:cNvPr id="15" name="volume card"/>
          <p:cNvSpPr/>
          <p:nvPr/>
        </p:nvSpPr>
        <p:spPr>
          <a:xfrm>
            <a:off x="6858000" y="1371600"/>
            <a:ext cx="4754880" cy="4023360"/>
          </a:xfrm>
          <a:prstGeom prst="roundRect">
            <a:avLst>
              <a:gd name="adj" fmla="val 2727"/>
            </a:avLst>
          </a:prstGeom>
          <a:solidFill>
            <a:schemeClr val="tx1"/>
          </a:solidFill>
          <a:ln/>
        </p:spPr>
      </p:sp>
      <p:sp>
        <p:nvSpPr>
          <p:cNvPr id="16" name="volume 1"/>
          <p:cNvSpPr txBox="1"/>
          <p:nvPr/>
        </p:nvSpPr>
        <p:spPr>
          <a:xfrm>
            <a:off x="7223760" y="16459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131,775</a:t>
            </a:r>
            <a:endParaRPr lang="en-US" sz="3600" dirty="0"/>
          </a:p>
        </p:txBody>
      </p:sp>
      <p:sp>
        <p:nvSpPr>
          <p:cNvPr id="17" name="volume 1 label"/>
          <p:cNvSpPr txBox="1"/>
          <p:nvPr/>
        </p:nvSpPr>
        <p:spPr>
          <a:xfrm>
            <a:off x="722376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city-hour records ingested (1 year)</a:t>
            </a:r>
            <a:endParaRPr lang="en-US" sz="1400" dirty="0"/>
          </a:p>
        </p:txBody>
      </p:sp>
      <p:sp>
        <p:nvSpPr>
          <p:cNvPr id="18" name="volume 2"/>
          <p:cNvSpPr txBox="1"/>
          <p:nvPr/>
        </p:nvSpPr>
        <p:spPr>
          <a:xfrm>
            <a:off x="7223760" y="28803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17</a:t>
            </a:r>
            <a:endParaRPr lang="en-US" sz="3600" dirty="0"/>
          </a:p>
        </p:txBody>
      </p:sp>
      <p:sp>
        <p:nvSpPr>
          <p:cNvPr id="19" name="volume 2 label"/>
          <p:cNvSpPr txBox="1"/>
          <p:nvPr/>
        </p:nvSpPr>
        <p:spPr>
          <a:xfrm>
            <a:off x="722376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attributes per record</a:t>
            </a:r>
            <a:endParaRPr lang="en-US" sz="1400" dirty="0"/>
          </a:p>
        </p:txBody>
      </p:sp>
      <p:sp>
        <p:nvSpPr>
          <p:cNvPr id="20" name="volume 3"/>
          <p:cNvSpPr txBox="1"/>
          <p:nvPr/>
        </p:nvSpPr>
        <p:spPr>
          <a:xfrm>
            <a:off x="7223760" y="4114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5,707 files · 47.2 MB</a:t>
            </a:r>
            <a:endParaRPr lang="en-US" sz="2600" dirty="0"/>
          </a:p>
        </p:txBody>
      </p:sp>
      <p:sp>
        <p:nvSpPr>
          <p:cNvPr id="21" name="volume 3 label"/>
          <p:cNvSpPr txBox="1"/>
          <p:nvPr/>
        </p:nvSpPr>
        <p:spPr>
          <a:xfrm>
            <a:off x="722376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partitioned Parquet lake</a:t>
            </a:r>
            <a:endParaRPr lang="en-US" sz="1400" dirty="0"/>
          </a:p>
        </p:txBody>
      </p:sp>
      <p:sp>
        <p:nvSpPr>
          <p:cNvPr id="22" name="city list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Koshi: Biratnagar, Dharan · Madhesh: Janakpur, Birgunj · Bagmati: Kathmandu, Lalitpur, Bhaktapur, Hetauda, Bharatpur · Gandaki: Pokhara · Lumbini: Butwal, Nepalgunj · Karnali: Surkhet · Sudurpashchim: Dhangadhi, Mahendranagar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features considered in the design</a:t>
            </a:r>
            <a:endParaRPr lang="en-US" sz="32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1E2A36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810512"/>
            <a:ext cx="356616" cy="356616"/>
          </a:xfrm>
          <a:prstGeom prst="rect">
            <a:avLst/>
          </a:prstGeom>
        </p:spPr>
      </p:pic>
      <p:sp>
        <p:nvSpPr>
          <p:cNvPr id="6" name="feature 1 head"/>
          <p:cNvSpPr txBox="1"/>
          <p:nvPr/>
        </p:nvSpPr>
        <p:spPr>
          <a:xfrm>
            <a:off x="164592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Scalability</a:t>
            </a:r>
            <a:endParaRPr lang="en-US" sz="1800" dirty="0"/>
          </a:p>
        </p:txBody>
      </p:sp>
      <p:sp>
        <p:nvSpPr>
          <p:cNvPr id="7" name="feature 1 body"/>
          <p:cNvSpPr txBox="1"/>
          <p:nvPr/>
        </p:nvSpPr>
        <p:spPr>
          <a:xfrm>
            <a:off x="82296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Kafka partitions (key = city) + Spark executors scale out horizontally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297680" y="13716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572000" y="1645920"/>
            <a:ext cx="685800" cy="685800"/>
          </a:xfrm>
          <a:prstGeom prst="ellipse">
            <a:avLst/>
          </a:prstGeom>
          <a:solidFill>
            <a:srgbClr val="1E2A36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10512"/>
            <a:ext cx="356616" cy="356616"/>
          </a:xfrm>
          <a:prstGeom prst="rect">
            <a:avLst/>
          </a:prstGeom>
        </p:spPr>
      </p:pic>
      <p:sp>
        <p:nvSpPr>
          <p:cNvPr id="11" name="feature 2 head"/>
          <p:cNvSpPr txBox="1"/>
          <p:nvPr/>
        </p:nvSpPr>
        <p:spPr>
          <a:xfrm>
            <a:off x="539496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Low latency</a:t>
            </a:r>
            <a:endParaRPr lang="en-US" sz="1800" dirty="0"/>
          </a:p>
        </p:txBody>
      </p:sp>
      <p:sp>
        <p:nvSpPr>
          <p:cNvPr id="12" name="feature 2 body"/>
          <p:cNvSpPr txBox="1"/>
          <p:nvPr/>
        </p:nvSpPr>
        <p:spPr>
          <a:xfrm>
            <a:off x="457200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Structured Streaming micro-batches every 5–10 s → dashboard in seconds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046720" y="13716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rgbClr val="1E2A36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810512"/>
            <a:ext cx="356616" cy="356616"/>
          </a:xfrm>
          <a:prstGeom prst="rect">
            <a:avLst/>
          </a:prstGeom>
        </p:spPr>
      </p:pic>
      <p:sp>
        <p:nvSpPr>
          <p:cNvPr id="16" name="feature 3 head"/>
          <p:cNvSpPr txBox="1"/>
          <p:nvPr/>
        </p:nvSpPr>
        <p:spPr>
          <a:xfrm>
            <a:off x="914400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Fault tolerance</a:t>
            </a:r>
            <a:endParaRPr lang="en-US" sz="1800" dirty="0"/>
          </a:p>
        </p:txBody>
      </p:sp>
      <p:sp>
        <p:nvSpPr>
          <p:cNvPr id="17" name="feature 3 body"/>
          <p:cNvSpPr txBox="1"/>
          <p:nvPr/>
        </p:nvSpPr>
        <p:spPr>
          <a:xfrm>
            <a:off x="832104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Kafka 7-day retention + Spark checkpoints → resume or replay anytime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rgbClr val="1E2A36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279392"/>
            <a:ext cx="356616" cy="356616"/>
          </a:xfrm>
          <a:prstGeom prst="rect">
            <a:avLst/>
          </a:prstGeom>
        </p:spPr>
      </p:pic>
      <p:sp>
        <p:nvSpPr>
          <p:cNvPr id="21" name="feature 4 head"/>
          <p:cNvSpPr txBox="1"/>
          <p:nvPr/>
        </p:nvSpPr>
        <p:spPr>
          <a:xfrm>
            <a:off x="1645920" y="4114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Idempotent results</a:t>
            </a:r>
            <a:endParaRPr lang="en-US" sz="1800" dirty="0"/>
          </a:p>
        </p:txBody>
      </p:sp>
      <p:sp>
        <p:nvSpPr>
          <p:cNvPr id="22" name="feature 4 body"/>
          <p:cNvSpPr txBox="1"/>
          <p:nvPr/>
        </p:nvSpPr>
        <p:spPr>
          <a:xfrm>
            <a:off x="822960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Upserts on (city, event_ts) and lake de-duplication → no double counting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297680" y="384048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572000" y="4114800"/>
            <a:ext cx="685800" cy="685800"/>
          </a:xfrm>
          <a:prstGeom prst="ellipse">
            <a:avLst/>
          </a:prstGeom>
          <a:solidFill>
            <a:srgbClr val="1E2A36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279392"/>
            <a:ext cx="356616" cy="356616"/>
          </a:xfrm>
          <a:prstGeom prst="rect">
            <a:avLst/>
          </a:prstGeom>
        </p:spPr>
      </p:pic>
      <p:sp>
        <p:nvSpPr>
          <p:cNvPr id="26" name="feature 5 head"/>
          <p:cNvSpPr txBox="1"/>
          <p:nvPr/>
        </p:nvSpPr>
        <p:spPr>
          <a:xfrm>
            <a:off x="5394960" y="4114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Event-time correctness</a:t>
            </a:r>
            <a:endParaRPr lang="en-US" sz="1800" dirty="0"/>
          </a:p>
        </p:txBody>
      </p:sp>
      <p:sp>
        <p:nvSpPr>
          <p:cNvPr id="27" name="feature 5 body"/>
          <p:cNvSpPr txBox="1"/>
          <p:nvPr/>
        </p:nvSpPr>
        <p:spPr>
          <a:xfrm>
            <a:off x="4572000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Daily windows aligned to Nepal time (UTC+5:45), 3 h watermark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046720" y="384048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321040" y="4114800"/>
            <a:ext cx="685800" cy="685800"/>
          </a:xfrm>
          <a:prstGeom prst="ellipse">
            <a:avLst/>
          </a:prstGeom>
          <a:solidFill>
            <a:srgbClr val="1E2A36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279392"/>
            <a:ext cx="356616" cy="356616"/>
          </a:xfrm>
          <a:prstGeom prst="rect">
            <a:avLst/>
          </a:prstGeom>
        </p:spPr>
      </p:pic>
      <p:sp>
        <p:nvSpPr>
          <p:cNvPr id="31" name="feature 6 head"/>
          <p:cNvSpPr txBox="1"/>
          <p:nvPr/>
        </p:nvSpPr>
        <p:spPr>
          <a:xfrm>
            <a:off x="9144000" y="4114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quality</a:t>
            </a:r>
            <a:endParaRPr lang="en-US" sz="1800" dirty="0"/>
          </a:p>
        </p:txBody>
      </p:sp>
      <p:sp>
        <p:nvSpPr>
          <p:cNvPr id="32" name="feature 6 body"/>
          <p:cNvSpPr txBox="1"/>
          <p:nvPr/>
        </p:nvSpPr>
        <p:spPr>
          <a:xfrm>
            <a:off x="8321040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Schema-on-read, null and range checks (0–1000 µg/m³)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Kafka ingests, Spark processes</a:t>
            </a:r>
            <a:endParaRPr lang="en-US" sz="3200" dirty="0"/>
          </a:p>
        </p:txBody>
      </p:sp>
      <p:pic>
        <p:nvPicPr>
          <p:cNvPr id="3" name="architecture diagram" descr="/home/suntoss/projects/msdsa/Implementation Task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590" y="1188720"/>
            <a:ext cx="8945773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Kafka and Spark (vs. other ecosystem tools)</a:t>
            </a:r>
            <a:endParaRPr lang="en-US" sz="3200" dirty="0"/>
          </a:p>
        </p:txBody>
      </p:sp>
      <p:graphicFrame>
        <p:nvGraphicFramePr>
          <p:cNvPr id="8" name="compon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2560320"/>
                <a:gridCol w="39319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Chosen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Alternatives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Ingestion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Apache Kafka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Flume, RabbitMQ, Sqoop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Durable, partitioned, replayable log; many independent consumers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Stream processing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Spark Structured Streaming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Flink, Storm, Kafka Streams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engine for stream + batch; event-time windows, watermarks, checkpoints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Batch + ML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Spark SQL + MLlib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MapReduce, Hive, Mahout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In-memory, much faster than disk MapReduce; SQL + distributed ML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lake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Parquet (HDFS / S3)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HBase, Hive on ORC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Columnar, compressed, partition pruning, engine-neutral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Serving DB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MongoDB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Cassandra, HBase, PostgreSQL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Flexible documents, secondary indexes, ms reads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each tier matches an access pattern</a:t>
            </a:r>
            <a:endParaRPr lang="en-US" sz="3200" dirty="0"/>
          </a:p>
        </p:txBody>
      </p:sp>
      <p:sp>
        <p:nvSpPr>
          <p:cNvPr id="3" name="tier 1 chip"/>
          <p:cNvSpPr/>
          <p:nvPr/>
        </p:nvSpPr>
        <p:spPr>
          <a:xfrm>
            <a:off x="548640" y="1280160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C0392B"/>
          </a:solidFill>
          <a:ln/>
        </p:spPr>
      </p:sp>
      <p:sp>
        <p:nvSpPr>
          <p:cNvPr id="4" name="tier 1 name"/>
          <p:cNvSpPr txBox="1"/>
          <p:nvPr/>
        </p:nvSpPr>
        <p:spPr>
          <a:xfrm>
            <a:off x="548640" y="128016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Kafka log</a:t>
            </a:r>
            <a:endParaRPr lang="en-US" sz="1800" dirty="0"/>
          </a:p>
        </p:txBody>
      </p:sp>
      <p:sp>
        <p:nvSpPr>
          <p:cNvPr id="5" name="tier 1 content"/>
          <p:cNvSpPr txBox="1"/>
          <p:nvPr/>
        </p:nvSpPr>
        <p:spPr>
          <a:xfrm>
            <a:off x="3474720" y="1280160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nepal.air.raw · nepal.air.alerts</a:t>
            </a:r>
            <a:endParaRPr lang="en-US" sz="1500" dirty="0"/>
          </a:p>
        </p:txBody>
      </p:sp>
      <p:sp>
        <p:nvSpPr>
          <p:cNvPr id="6" name="tier 1 access"/>
          <p:cNvSpPr txBox="1"/>
          <p:nvPr/>
        </p:nvSpPr>
        <p:spPr>
          <a:xfrm>
            <a:off x="7863840" y="12801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append-only, 3 partitions, 7-day replay</a:t>
            </a:r>
            <a:endParaRPr lang="en-US" sz="1400" dirty="0"/>
          </a:p>
        </p:txBody>
      </p:sp>
      <p:sp>
        <p:nvSpPr>
          <p:cNvPr id="7" name="tier 2 chip"/>
          <p:cNvSpPr/>
          <p:nvPr/>
        </p:nvSpPr>
        <p:spPr>
          <a:xfrm>
            <a:off x="548640" y="217627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4A5A6A"/>
          </a:solidFill>
          <a:ln/>
        </p:spPr>
      </p:sp>
      <p:sp>
        <p:nvSpPr>
          <p:cNvPr id="8" name="tier 2 name"/>
          <p:cNvSpPr txBox="1"/>
          <p:nvPr/>
        </p:nvSpPr>
        <p:spPr>
          <a:xfrm>
            <a:off x="548640" y="2176272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Landing zone</a:t>
            </a:r>
            <a:endParaRPr lang="en-US" sz="1800" dirty="0"/>
          </a:p>
        </p:txBody>
      </p:sp>
      <p:sp>
        <p:nvSpPr>
          <p:cNvPr id="9" name="tier 2 content"/>
          <p:cNvSpPr txBox="1"/>
          <p:nvPr/>
        </p:nvSpPr>
        <p:spPr>
          <a:xfrm>
            <a:off x="3474720" y="2176272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raw JSON-Lines per city</a:t>
            </a:r>
            <a:endParaRPr lang="en-US" sz="1500" dirty="0"/>
          </a:p>
        </p:txBody>
      </p:sp>
      <p:sp>
        <p:nvSpPr>
          <p:cNvPr id="10" name="tier 2 access"/>
          <p:cNvSpPr txBox="1"/>
          <p:nvPr/>
        </p:nvSpPr>
        <p:spPr>
          <a:xfrm>
            <a:off x="7863840" y="217627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immutable audit copy</a:t>
            </a:r>
            <a:endParaRPr lang="en-US" sz="1400" dirty="0"/>
          </a:p>
        </p:txBody>
      </p:sp>
      <p:sp>
        <p:nvSpPr>
          <p:cNvPr id="11" name="tier 3 chip"/>
          <p:cNvSpPr/>
          <p:nvPr/>
        </p:nvSpPr>
        <p:spPr>
          <a:xfrm>
            <a:off x="548640" y="3072384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5E8C61"/>
          </a:solidFill>
          <a:ln/>
        </p:spPr>
      </p:sp>
      <p:sp>
        <p:nvSpPr>
          <p:cNvPr id="12" name="tier 3 name"/>
          <p:cNvSpPr txBox="1"/>
          <p:nvPr/>
        </p:nvSpPr>
        <p:spPr>
          <a:xfrm>
            <a:off x="548640" y="3072384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Parquet lake</a:t>
            </a:r>
            <a:endParaRPr lang="en-US" sz="1800" dirty="0"/>
          </a:p>
        </p:txBody>
      </p:sp>
      <p:sp>
        <p:nvSpPr>
          <p:cNvPr id="13" name="tier 3 content"/>
          <p:cNvSpPr txBox="1"/>
          <p:nvPr/>
        </p:nvSpPr>
        <p:spPr>
          <a:xfrm>
            <a:off x="3474720" y="3072384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air_quality/city=…/date=…</a:t>
            </a:r>
            <a:endParaRPr lang="en-US" sz="1500" dirty="0"/>
          </a:p>
        </p:txBody>
      </p:sp>
      <p:sp>
        <p:nvSpPr>
          <p:cNvPr id="14" name="tier 3 access"/>
          <p:cNvSpPr txBox="1"/>
          <p:nvPr/>
        </p:nvSpPr>
        <p:spPr>
          <a:xfrm>
            <a:off x="7863840" y="307238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columnar scans by Spark (→ HDFS/S3)</a:t>
            </a:r>
            <a:endParaRPr lang="en-US" sz="1400" dirty="0"/>
          </a:p>
        </p:txBody>
      </p:sp>
      <p:sp>
        <p:nvSpPr>
          <p:cNvPr id="15" name="tier 4 chip"/>
          <p:cNvSpPr/>
          <p:nvPr/>
        </p:nvSpPr>
        <p:spPr>
          <a:xfrm>
            <a:off x="548640" y="3968496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5E8C61"/>
          </a:solidFill>
          <a:ln/>
        </p:spPr>
      </p:sp>
      <p:sp>
        <p:nvSpPr>
          <p:cNvPr id="16" name="tier 4 name"/>
          <p:cNvSpPr txBox="1"/>
          <p:nvPr/>
        </p:nvSpPr>
        <p:spPr>
          <a:xfrm>
            <a:off x="548640" y="3968496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Curated zone</a:t>
            </a:r>
            <a:endParaRPr lang="en-US" sz="1800" dirty="0"/>
          </a:p>
        </p:txBody>
      </p:sp>
      <p:sp>
        <p:nvSpPr>
          <p:cNvPr id="17" name="tier 4 content"/>
          <p:cNvSpPr txBox="1"/>
          <p:nvPr/>
        </p:nvSpPr>
        <p:spPr>
          <a:xfrm>
            <a:off x="3474720" y="3968496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monthly · daily · exceedance</a:t>
            </a:r>
            <a:endParaRPr lang="en-US" sz="1500" dirty="0"/>
          </a:p>
        </p:txBody>
      </p:sp>
      <p:sp>
        <p:nvSpPr>
          <p:cNvPr id="18" name="tier 4 access"/>
          <p:cNvSpPr txBox="1"/>
          <p:nvPr/>
        </p:nvSpPr>
        <p:spPr>
          <a:xfrm>
            <a:off x="7863840" y="396849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analytics-ready tables</a:t>
            </a:r>
            <a:endParaRPr lang="en-US" sz="1400" dirty="0"/>
          </a:p>
        </p:txBody>
      </p:sp>
      <p:sp>
        <p:nvSpPr>
          <p:cNvPr id="19" name="tier 5 chip"/>
          <p:cNvSpPr/>
          <p:nvPr/>
        </p:nvSpPr>
        <p:spPr>
          <a:xfrm>
            <a:off x="548640" y="4864608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2E86AB"/>
          </a:solidFill>
          <a:ln/>
        </p:spPr>
      </p:sp>
      <p:sp>
        <p:nvSpPr>
          <p:cNvPr id="20" name="tier 5 name"/>
          <p:cNvSpPr txBox="1"/>
          <p:nvPr/>
        </p:nvSpPr>
        <p:spPr>
          <a:xfrm>
            <a:off x="548640" y="486460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MongoDB</a:t>
            </a:r>
            <a:endParaRPr lang="en-US" sz="1800" dirty="0"/>
          </a:p>
        </p:txBody>
      </p:sp>
      <p:sp>
        <p:nvSpPr>
          <p:cNvPr id="21" name="tier 5 content"/>
          <p:cNvSpPr txBox="1"/>
          <p:nvPr/>
        </p:nvSpPr>
        <p:spPr>
          <a:xfrm>
            <a:off x="3474720" y="4864608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readings · latest · alerts · forecasts …</a:t>
            </a:r>
            <a:endParaRPr lang="en-US" sz="1500" dirty="0"/>
          </a:p>
        </p:txBody>
      </p:sp>
      <p:sp>
        <p:nvSpPr>
          <p:cNvPr id="22" name="tier 5 access"/>
          <p:cNvSpPr txBox="1"/>
          <p:nvPr/>
        </p:nvSpPr>
        <p:spPr>
          <a:xfrm>
            <a:off x="7863840" y="486460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indexed ms queries for dashboard</a:t>
            </a:r>
            <a:endParaRPr lang="en-US" sz="1400" dirty="0"/>
          </a:p>
        </p:txBody>
      </p:sp>
      <p:sp>
        <p:nvSpPr>
          <p:cNvPr id="23" name="hdfs note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Change one setting (LAKE_PATH=hdfs://namenode:9000/nepairwatch) to move the lake onto HDFS with 3× replication. No code changes.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Structured Streaming: one source, three queries</a:t>
            </a:r>
            <a:endParaRPr lang="en-US" sz="3200" dirty="0"/>
          </a:p>
        </p:txBody>
      </p:sp>
      <p:sp>
        <p:nvSpPr>
          <p:cNvPr id="3" name="step 1 card"/>
          <p:cNvSpPr/>
          <p:nvPr/>
        </p:nvSpPr>
        <p:spPr>
          <a:xfrm>
            <a:off x="548640" y="1463040"/>
            <a:ext cx="2240280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/>
        </p:spPr>
      </p:sp>
      <p:sp>
        <p:nvSpPr>
          <p:cNvPr id="4" name="step 1 head"/>
          <p:cNvSpPr txBox="1"/>
          <p:nvPr/>
        </p:nvSpPr>
        <p:spPr>
          <a:xfrm>
            <a:off x="731520" y="1600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Kafka source</a:t>
            </a:r>
            <a:endParaRPr lang="en-US" sz="1700" dirty="0"/>
          </a:p>
        </p:txBody>
      </p:sp>
      <p:sp>
        <p:nvSpPr>
          <p:cNvPr id="5" name="step 1 body"/>
          <p:cNvSpPr txBox="1"/>
          <p:nvPr/>
        </p:nvSpPr>
        <p:spPr>
          <a:xfrm>
            <a:off x="731520" y="2103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subscribe nepal.air.raw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maxOffsetsPerTrigger 25k</a:t>
            </a:r>
            <a:endParaRPr lang="en-US" sz="1300" dirty="0"/>
          </a:p>
        </p:txBody>
      </p:sp>
      <p:sp>
        <p:nvSpPr>
          <p:cNvPr id="6" name="step 1 arrow"/>
          <p:cNvSpPr/>
          <p:nvPr/>
        </p:nvSpPr>
        <p:spPr>
          <a:xfrm>
            <a:off x="2834640" y="2194560"/>
            <a:ext cx="182880" cy="274320"/>
          </a:xfrm>
          <a:prstGeom prst="rtTriangle">
            <a:avLst/>
          </a:prstGeom>
          <a:solidFill>
            <a:schemeClr val="accent1"/>
          </a:solidFill>
          <a:ln/>
        </p:spPr>
      </p:sp>
      <p:sp>
        <p:nvSpPr>
          <p:cNvPr id="7" name="step 2 card"/>
          <p:cNvSpPr/>
          <p:nvPr/>
        </p:nvSpPr>
        <p:spPr>
          <a:xfrm>
            <a:off x="3063240" y="1463040"/>
            <a:ext cx="2240280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/>
        </p:spPr>
      </p:sp>
      <p:sp>
        <p:nvSpPr>
          <p:cNvPr id="8" name="step 2 head"/>
          <p:cNvSpPr txBox="1"/>
          <p:nvPr/>
        </p:nvSpPr>
        <p:spPr>
          <a:xfrm>
            <a:off x="3246120" y="1600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Parse + validate</a:t>
            </a:r>
            <a:endParaRPr lang="en-US" sz="1700" dirty="0"/>
          </a:p>
        </p:txBody>
      </p:sp>
      <p:sp>
        <p:nvSpPr>
          <p:cNvPr id="9" name="step 2 body"/>
          <p:cNvSpPr txBox="1"/>
          <p:nvPr/>
        </p:nvSpPr>
        <p:spPr>
          <a:xfrm>
            <a:off x="3246120" y="2103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from_json with schema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range &amp; null checks</a:t>
            </a:r>
            <a:endParaRPr lang="en-US" sz="1300" dirty="0"/>
          </a:p>
        </p:txBody>
      </p:sp>
      <p:sp>
        <p:nvSpPr>
          <p:cNvPr id="10" name="step 2 arrow"/>
          <p:cNvSpPr/>
          <p:nvPr/>
        </p:nvSpPr>
        <p:spPr>
          <a:xfrm>
            <a:off x="5349240" y="2194560"/>
            <a:ext cx="182880" cy="274320"/>
          </a:xfrm>
          <a:prstGeom prst="rtTriangle">
            <a:avLst/>
          </a:prstGeom>
          <a:solidFill>
            <a:schemeClr val="accent1"/>
          </a:solidFill>
          <a:ln/>
        </p:spPr>
      </p:sp>
      <p:sp>
        <p:nvSpPr>
          <p:cNvPr id="11" name="step 3 card"/>
          <p:cNvSpPr/>
          <p:nvPr/>
        </p:nvSpPr>
        <p:spPr>
          <a:xfrm>
            <a:off x="5577840" y="1463040"/>
            <a:ext cx="2240280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/>
        </p:spPr>
      </p:sp>
      <p:sp>
        <p:nvSpPr>
          <p:cNvPr id="12" name="step 3 head"/>
          <p:cNvSpPr txBox="1"/>
          <p:nvPr/>
        </p:nvSpPr>
        <p:spPr>
          <a:xfrm>
            <a:off x="5760720" y="1600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Enrich</a:t>
            </a:r>
            <a:endParaRPr lang="en-US" sz="1700" dirty="0"/>
          </a:p>
        </p:txBody>
      </p:sp>
      <p:sp>
        <p:nvSpPr>
          <p:cNvPr id="13" name="step 3 body"/>
          <p:cNvSpPr txBox="1"/>
          <p:nvPr/>
        </p:nvSpPr>
        <p:spPr>
          <a:xfrm>
            <a:off x="5760720" y="2103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PM2.5 → AQI + category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(native Spark expression)</a:t>
            </a:r>
            <a:endParaRPr lang="en-US" sz="1300" dirty="0"/>
          </a:p>
        </p:txBody>
      </p:sp>
      <p:sp>
        <p:nvSpPr>
          <p:cNvPr id="14" name="query 1 card"/>
          <p:cNvSpPr/>
          <p:nvPr/>
        </p:nvSpPr>
        <p:spPr>
          <a:xfrm>
            <a:off x="8183880" y="14630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5E8C61"/>
          </a:solidFill>
          <a:ln/>
        </p:spPr>
      </p:sp>
      <p:sp>
        <p:nvSpPr>
          <p:cNvPr id="15" name="query 1 head"/>
          <p:cNvSpPr txBox="1"/>
          <p:nvPr/>
        </p:nvSpPr>
        <p:spPr>
          <a:xfrm>
            <a:off x="8366760" y="1572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Q1 · Lake sink</a:t>
            </a:r>
            <a:endParaRPr lang="en-US" sz="1600" dirty="0"/>
          </a:p>
        </p:txBody>
      </p:sp>
      <p:sp>
        <p:nvSpPr>
          <p:cNvPr id="16" name="query 1 body"/>
          <p:cNvSpPr txBox="1"/>
          <p:nvPr/>
        </p:nvSpPr>
        <p:spPr>
          <a:xfrm>
            <a:off x="8366760" y="19659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append Parquet partitioned by city / date (every 10 s)</a:t>
            </a:r>
            <a:endParaRPr lang="en-US" sz="1200" dirty="0"/>
          </a:p>
        </p:txBody>
      </p:sp>
      <p:sp>
        <p:nvSpPr>
          <p:cNvPr id="17" name="query 2 card"/>
          <p:cNvSpPr/>
          <p:nvPr/>
        </p:nvSpPr>
        <p:spPr>
          <a:xfrm>
            <a:off x="8183880" y="30632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2E86AB"/>
          </a:solidFill>
          <a:ln/>
        </p:spPr>
      </p:sp>
      <p:sp>
        <p:nvSpPr>
          <p:cNvPr id="18" name="query 2 head"/>
          <p:cNvSpPr txBox="1"/>
          <p:nvPr/>
        </p:nvSpPr>
        <p:spPr>
          <a:xfrm>
            <a:off x="8366760" y="3172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Q2 · Serving + alerts</a:t>
            </a:r>
            <a:endParaRPr lang="en-US" sz="1600" dirty="0"/>
          </a:p>
        </p:txBody>
      </p:sp>
      <p:sp>
        <p:nvSpPr>
          <p:cNvPr id="19" name="query 2 body"/>
          <p:cNvSpPr txBox="1"/>
          <p:nvPr/>
        </p:nvSpPr>
        <p:spPr>
          <a:xfrm>
            <a:off x="8366760" y="3566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foreachBatch → MongoDB upserts, latest per city, AQI ≥ 151 → alerts (MongoDB + Kafka topic)</a:t>
            </a:r>
            <a:endParaRPr lang="en-US" sz="1200" dirty="0"/>
          </a:p>
        </p:txBody>
      </p:sp>
      <p:sp>
        <p:nvSpPr>
          <p:cNvPr id="20" name="query 3 card"/>
          <p:cNvSpPr/>
          <p:nvPr/>
        </p:nvSpPr>
        <p:spPr>
          <a:xfrm>
            <a:off x="8183880" y="46634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8E6C8A"/>
          </a:solidFill>
          <a:ln/>
        </p:spPr>
      </p:sp>
      <p:sp>
        <p:nvSpPr>
          <p:cNvPr id="21" name="query 3 head"/>
          <p:cNvSpPr txBox="1"/>
          <p:nvPr/>
        </p:nvSpPr>
        <p:spPr>
          <a:xfrm>
            <a:off x="8366760" y="4773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Q3 · Event-time window</a:t>
            </a:r>
            <a:endParaRPr lang="en-US" sz="1600" dirty="0"/>
          </a:p>
        </p:txBody>
      </p:sp>
      <p:sp>
        <p:nvSpPr>
          <p:cNvPr id="22" name="query 3 body"/>
          <p:cNvSpPr txBox="1"/>
          <p:nvPr/>
        </p:nvSpPr>
        <p:spPr>
          <a:xfrm>
            <a:off x="8366760" y="5166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1-day tumbling window aligned to Nepal midnight, 3 h watermark → daily_stats</a:t>
            </a:r>
            <a:endParaRPr lang="en-US" sz="1200" dirty="0"/>
          </a:p>
        </p:txBody>
      </p:sp>
      <p:sp>
        <p:nvSpPr>
          <p:cNvPr id="23" name="fan-out line"/>
          <p:cNvSpPr/>
          <p:nvPr/>
        </p:nvSpPr>
        <p:spPr>
          <a:xfrm>
            <a:off x="7360920" y="2331720"/>
            <a:ext cx="777240" cy="0"/>
          </a:xfrm>
          <a:prstGeom prst="line">
            <a:avLst/>
          </a:prstGeom>
          <a:noFill/>
          <a:ln w="25400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24" name="stream stats"/>
          <p:cNvSpPr txBox="1"/>
          <p:nvPr/>
        </p:nvSpPr>
        <p:spPr>
          <a:xfrm>
            <a:off x="548640" y="361188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131,775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records streamed from Kafka through Spark into the lake and MongoDB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40,320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alert events published to the nepal.air.alerts topic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Pollution is seasonal: dry winter and spring are worst</a:t>
            </a:r>
            <a:endParaRPr lang="en-US" sz="3200" dirty="0"/>
          </a:p>
        </p:txBody>
      </p:sp>
      <p:pic>
        <p:nvPicPr>
          <p:cNvPr id="3" name="seasonality heatmap" descr="/home/suntoss/projects/msdsa/Implementation Task/docs/figures/season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3703320"/>
          </a:xfrm>
          <a:prstGeom prst="rect">
            <a:avLst/>
          </a:prstGeom>
        </p:spPr>
      </p:pic>
      <p:sp>
        <p:nvSpPr>
          <p:cNvPr id="4" name="seasonality takeaways"/>
          <p:cNvSpPr txBox="1"/>
          <p:nvPr/>
        </p:nvSpPr>
        <p:spPr>
          <a:xfrm>
            <a:off x="8229600" y="1371600"/>
            <a:ext cx="3383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Dec – Apr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Peak PM2.5: inversions, crop and forest fires, brick-kiln season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Jun – Sep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Monsoon rain washes particles out (wet deposition)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Terai &gt; Valley &gt; Hills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Indo-Gangetic haze makes Biratnagar, Janakpur and Birgunj the worst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explains the episodes</a:t>
            </a:r>
            <a:endParaRPr lang="en-US" sz="3200" dirty="0"/>
          </a:p>
        </p:txBody>
      </p:sp>
      <p:pic>
        <p:nvPicPr>
          <p:cNvPr id="3" name="diurnal chart" descr="/home/suntoss/projects/msdsa/Implementation Task/docs/figures/diur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86400" cy="2743200"/>
          </a:xfrm>
          <a:prstGeom prst="rect">
            <a:avLst/>
          </a:prstGeom>
        </p:spPr>
      </p:pic>
      <p:pic>
        <p:nvPicPr>
          <p:cNvPr id="4" name="correlation chart" descr="/home/suntoss/projects/msdsa/Implementation Task/docs/figures/weather_co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80160"/>
            <a:ext cx="5486400" cy="2743200"/>
          </a:xfrm>
          <a:prstGeom prst="rect">
            <a:avLst/>
          </a:prstGeom>
        </p:spPr>
      </p:pic>
      <p:sp>
        <p:nvSpPr>
          <p:cNvPr id="5" name="drivers takeaway"/>
          <p:cNvSpPr txBox="1"/>
          <p:nvPr/>
        </p:nvSpPr>
        <p:spPr>
          <a:xfrm>
            <a:off x="548640" y="43434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Night-time peak, midday dip: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PM2.5 builds up after sunset when the boundary layer collapses and clears when the sun deepens the mixing layer.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Boundary-layer height r = -0.387 (Kathmandu Valley):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this confirms the inversion mechanism, so weather forecasts can predict pollution.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6-hour early warning with Spark MLlib</a:t>
            </a:r>
            <a:endParaRPr lang="en-US" sz="3200" dirty="0"/>
          </a:p>
        </p:txBody>
      </p:sp>
      <p:sp>
        <p:nvSpPr>
          <p:cNvPr id="3" name="ml stat 1"/>
          <p:cNvSpPr txBox="1"/>
          <p:nvPr/>
        </p:nvSpPr>
        <p:spPr>
          <a:xfrm>
            <a:off x="548640" y="1280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39%</a:t>
            </a:r>
            <a:endParaRPr lang="en-US" sz="4800" dirty="0"/>
          </a:p>
        </p:txBody>
      </p:sp>
      <p:sp>
        <p:nvSpPr>
          <p:cNvPr id="4" name="ml stat 1 label"/>
          <p:cNvSpPr txBox="1"/>
          <p:nvPr/>
        </p:nvSpPr>
        <p:spPr>
          <a:xfrm>
            <a:off x="548640" y="2057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lower RMSE than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persistence baseline</a:t>
            </a:r>
            <a:endParaRPr lang="en-US" sz="1400" dirty="0"/>
          </a:p>
        </p:txBody>
      </p:sp>
      <p:sp>
        <p:nvSpPr>
          <p:cNvPr id="5" name="ml stat 2"/>
          <p:cNvSpPr txBox="1"/>
          <p:nvPr/>
        </p:nvSpPr>
        <p:spPr>
          <a:xfrm>
            <a:off x="54864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0.67</a:t>
            </a:r>
            <a:endParaRPr lang="en-US" sz="4800" dirty="0"/>
          </a:p>
        </p:txBody>
      </p:sp>
      <p:sp>
        <p:nvSpPr>
          <p:cNvPr id="6" name="ml stat 2 label"/>
          <p:cNvSpPr txBox="1"/>
          <p:nvPr/>
        </p:nvSpPr>
        <p:spPr>
          <a:xfrm>
            <a:off x="54864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R² on unseen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(baseline 0.124)</a:t>
            </a:r>
            <a:endParaRPr lang="en-US" sz="1400" dirty="0"/>
          </a:p>
        </p:txBody>
      </p:sp>
      <p:sp>
        <p:nvSpPr>
          <p:cNvPr id="7" name="ml stat 3"/>
          <p:cNvSpPr txBox="1"/>
          <p:nvPr/>
        </p:nvSpPr>
        <p:spPr>
          <a:xfrm>
            <a:off x="548640" y="4480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10.31</a:t>
            </a:r>
            <a:endParaRPr lang="en-US" sz="4800" dirty="0"/>
          </a:p>
        </p:txBody>
      </p:sp>
      <p:sp>
        <p:nvSpPr>
          <p:cNvPr id="8" name="ml stat 3 label"/>
          <p:cNvSpPr txBox="1"/>
          <p:nvPr/>
        </p:nvSpPr>
        <p:spPr>
          <a:xfrm>
            <a:off x="548640" y="5257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RMSE µg/m³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(baseline 16.82)</a:t>
            </a:r>
            <a:endParaRPr lang="en-US" sz="1400" dirty="0"/>
          </a:p>
        </p:txBody>
      </p:sp>
      <p:graphicFrame>
        <p:nvGraphicFramePr>
          <p:cNvPr id="9" name="forecast chart" descr=""/>
          <p:cNvGraphicFramePr/>
          <p:nvPr/>
        </p:nvGraphicFramePr>
        <p:xfrm>
          <a:off x="3749040" y="1234440"/>
          <a:ext cx="7863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model caption"/>
          <p:cNvSpPr txBox="1"/>
          <p:nvPr/>
        </p:nvSpPr>
        <p:spPr>
          <a:xfrm>
            <a:off x="3749040" y="5486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GBTRegressor · 105,060 train / 26,265 test rows · time-based split · features: lags 1/3/6/24 h, 24 h mean, weather, hour, month, city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the NepAirWatch dashboard</a:t>
            </a:r>
            <a:endParaRPr lang="en-US" sz="3200" dirty="0"/>
          </a:p>
        </p:txBody>
      </p:sp>
      <p:pic>
        <p:nvPicPr>
          <p:cNvPr id="3" name="dashboard screenshot" descr="/home/suntoss/projects/msdsa/Implementation Task/docs/screenshots/1_l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315200" cy="4572000"/>
          </a:xfrm>
          <a:prstGeom prst="rect">
            <a:avLst/>
          </a:prstGeom>
        </p:spPr>
      </p:pic>
      <p:sp>
        <p:nvSpPr>
          <p:cNvPr id="4" name="demo steps"/>
          <p:cNvSpPr txBox="1"/>
          <p:nvPr/>
        </p:nvSpPr>
        <p:spPr>
          <a:xfrm>
            <a:off x="8183880" y="1280160"/>
            <a:ext cx="3429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Demo flow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Kafka-UI: topic, partitions, messages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Start replay producer → Spark micro-batches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Live map, AQI table, Nepali advice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Alerts in dashboard + alerts topic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City explorer: inversion effect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Analytics and 6-hour forecast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Pipeline health: offsets, lake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next 1 circle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4" name="nex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558138"/>
            <a:ext cx="404165" cy="404165"/>
          </a:xfrm>
          <a:prstGeom prst="rect">
            <a:avLst/>
          </a:prstGeom>
        </p:spPr>
      </p:pic>
      <p:sp>
        <p:nvSpPr>
          <p:cNvPr id="5" name="next 1 head"/>
          <p:cNvSpPr txBox="1"/>
          <p:nvPr/>
        </p:nvSpPr>
        <p:spPr>
          <a:xfrm>
            <a:off x="1600200" y="1325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Fuse ground sensors</a:t>
            </a:r>
            <a:endParaRPr lang="en-US" sz="1800" dirty="0"/>
          </a:p>
        </p:txBody>
      </p:sp>
      <p:sp>
        <p:nvSpPr>
          <p:cNvPr id="6" name="next 1 body"/>
          <p:cNvSpPr txBox="1"/>
          <p:nvPr/>
        </p:nvSpPr>
        <p:spPr>
          <a:xfrm>
            <a:off x="4754880" y="13258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CAMS is a ~40 km model, so Kathmandu, Lalitpur and Hetauda share one grid cell. Add DoEnv stations and IoT sensors and apply bias correction.</a:t>
            </a:r>
            <a:endParaRPr lang="en-US" sz="1400" dirty="0"/>
          </a:p>
        </p:txBody>
      </p:sp>
      <p:sp>
        <p:nvSpPr>
          <p:cNvPr id="7" name="next 2 circle"/>
          <p:cNvSpPr/>
          <p:nvPr/>
        </p:nvSpPr>
        <p:spPr>
          <a:xfrm>
            <a:off x="548640" y="2578608"/>
            <a:ext cx="777240" cy="7772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8" name="nex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2765146"/>
            <a:ext cx="404165" cy="404165"/>
          </a:xfrm>
          <a:prstGeom prst="rect">
            <a:avLst/>
          </a:prstGeom>
        </p:spPr>
      </p:pic>
      <p:sp>
        <p:nvSpPr>
          <p:cNvPr id="9" name="next 2 head"/>
          <p:cNvSpPr txBox="1"/>
          <p:nvPr/>
        </p:nvSpPr>
        <p:spPr>
          <a:xfrm>
            <a:off x="1600200" y="253288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Scale out</a:t>
            </a:r>
            <a:endParaRPr lang="en-US" sz="1800" dirty="0"/>
          </a:p>
        </p:txBody>
      </p:sp>
      <p:sp>
        <p:nvSpPr>
          <p:cNvPr id="10" name="next 2 body"/>
          <p:cNvSpPr txBox="1"/>
          <p:nvPr/>
        </p:nvSpPr>
        <p:spPr>
          <a:xfrm>
            <a:off x="4754880" y="253288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3-broker Kafka (RF 3), Spark on YARN or Kubernetes, lake on HDFS or S3, Parquet compaction or Delta Lake.</a:t>
            </a:r>
            <a:endParaRPr lang="en-US" sz="1400" dirty="0"/>
          </a:p>
        </p:txBody>
      </p:sp>
      <p:sp>
        <p:nvSpPr>
          <p:cNvPr id="11" name="next 3 circle"/>
          <p:cNvSpPr/>
          <p:nvPr/>
        </p:nvSpPr>
        <p:spPr>
          <a:xfrm>
            <a:off x="548640" y="3785616"/>
            <a:ext cx="777240" cy="7772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2" name="nex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3972154"/>
            <a:ext cx="404165" cy="404165"/>
          </a:xfrm>
          <a:prstGeom prst="rect">
            <a:avLst/>
          </a:prstGeom>
        </p:spPr>
      </p:pic>
      <p:sp>
        <p:nvSpPr>
          <p:cNvPr id="13" name="next 3 head"/>
          <p:cNvSpPr txBox="1"/>
          <p:nvPr/>
        </p:nvSpPr>
        <p:spPr>
          <a:xfrm>
            <a:off x="1600200" y="373989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Deliver alerts</a:t>
            </a:r>
            <a:endParaRPr lang="en-US" sz="1800" dirty="0"/>
          </a:p>
        </p:txBody>
      </p:sp>
      <p:sp>
        <p:nvSpPr>
          <p:cNvPr id="14" name="next 3 body"/>
          <p:cNvSpPr txBox="1"/>
          <p:nvPr/>
        </p:nvSpPr>
        <p:spPr>
          <a:xfrm>
            <a:off x="4754880" y="3739896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SMS/Viber/push consumer on nepal.air.alerts for schools, hospitals and citizens.</a:t>
            </a:r>
            <a:endParaRPr lang="en-US" sz="1400" dirty="0"/>
          </a:p>
        </p:txBody>
      </p:sp>
      <p:sp>
        <p:nvSpPr>
          <p:cNvPr id="15" name="next 4 circle"/>
          <p:cNvSpPr/>
          <p:nvPr/>
        </p:nvSpPr>
        <p:spPr>
          <a:xfrm>
            <a:off x="548640" y="4992624"/>
            <a:ext cx="777240" cy="7772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nex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5179162"/>
            <a:ext cx="404165" cy="404165"/>
          </a:xfrm>
          <a:prstGeom prst="rect">
            <a:avLst/>
          </a:prstGeom>
        </p:spPr>
      </p:pic>
      <p:sp>
        <p:nvSpPr>
          <p:cNvPr id="17" name="next 4 head"/>
          <p:cNvSpPr txBox="1"/>
          <p:nvPr/>
        </p:nvSpPr>
        <p:spPr>
          <a:xfrm>
            <a:off x="1600200" y="494690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Richer forecasts</a:t>
            </a:r>
            <a:endParaRPr lang="en-US" sz="1800" dirty="0"/>
          </a:p>
        </p:txBody>
      </p:sp>
      <p:sp>
        <p:nvSpPr>
          <p:cNvPr id="18" name="next 4 body"/>
          <p:cNvSpPr txBox="1"/>
          <p:nvPr/>
        </p:nvSpPr>
        <p:spPr>
          <a:xfrm>
            <a:off x="4754880" y="4946904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NASA FIRMS fire counts, kiln calendars and traffic as features; longer horizons.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conclusion 1 card"/>
          <p:cNvSpPr/>
          <p:nvPr/>
        </p:nvSpPr>
        <p:spPr>
          <a:xfrm>
            <a:off x="548640" y="137160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4" name="conclusion 1 head"/>
          <p:cNvSpPr txBox="1"/>
          <p:nvPr/>
        </p:nvSpPr>
        <p:spPr>
          <a:xfrm>
            <a:off x="86868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Real problem</a:t>
            </a:r>
            <a:endParaRPr lang="en-US" sz="2000" dirty="0"/>
          </a:p>
        </p:txBody>
      </p:sp>
      <p:sp>
        <p:nvSpPr>
          <p:cNvPr id="5" name="conclusion 1 body"/>
          <p:cNvSpPr txBox="1"/>
          <p:nvPr/>
        </p:nvSpPr>
        <p:spPr>
          <a:xfrm>
            <a:off x="868680" y="2103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Unsafe PM2.5 on most days in the Terai and almost half of days in Kathmandu</a:t>
            </a:r>
            <a:endParaRPr lang="en-US" sz="1500" dirty="0"/>
          </a:p>
        </p:txBody>
      </p:sp>
      <p:sp>
        <p:nvSpPr>
          <p:cNvPr id="6" name="conclusion 2 card"/>
          <p:cNvSpPr/>
          <p:nvPr/>
        </p:nvSpPr>
        <p:spPr>
          <a:xfrm>
            <a:off x="6172200" y="137160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7" name="conclusion 2 head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Two big-data tools</a:t>
            </a:r>
            <a:endParaRPr lang="en-US" sz="2000" dirty="0"/>
          </a:p>
        </p:txBody>
      </p:sp>
      <p:sp>
        <p:nvSpPr>
          <p:cNvPr id="8" name="conclusion 2 body"/>
          <p:cNvSpPr txBox="1"/>
          <p:nvPr/>
        </p:nvSpPr>
        <p:spPr>
          <a:xfrm>
            <a:off x="6492240" y="2103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Kafka (ingestion, replay, pub/sub) + Spark (streaming, SQL, MLlib)</a:t>
            </a:r>
            <a:endParaRPr lang="en-US" sz="1500" dirty="0"/>
          </a:p>
        </p:txBody>
      </p:sp>
      <p:sp>
        <p:nvSpPr>
          <p:cNvPr id="9" name="conclusion 3 card"/>
          <p:cNvSpPr/>
          <p:nvPr/>
        </p:nvSpPr>
        <p:spPr>
          <a:xfrm>
            <a:off x="548640" y="338328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10" name="conclusion 3 head"/>
          <p:cNvSpPr txBox="1"/>
          <p:nvPr/>
        </p:nvSpPr>
        <p:spPr>
          <a:xfrm>
            <a:off x="868680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Real-time + history</a:t>
            </a:r>
            <a:endParaRPr lang="en-US" sz="2000" dirty="0"/>
          </a:p>
        </p:txBody>
      </p:sp>
      <p:sp>
        <p:nvSpPr>
          <p:cNvPr id="11" name="conclusion 3 body"/>
          <p:cNvSpPr txBox="1"/>
          <p:nvPr/>
        </p:nvSpPr>
        <p:spPr>
          <a:xfrm>
            <a:off x="868680" y="4114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Alerts in seconds; one year analysed from a partitioned data lake</a:t>
            </a:r>
            <a:endParaRPr lang="en-US" sz="1500" dirty="0"/>
          </a:p>
        </p:txBody>
      </p:sp>
      <p:sp>
        <p:nvSpPr>
          <p:cNvPr id="12" name="conclusion 4 card"/>
          <p:cNvSpPr/>
          <p:nvPr/>
        </p:nvSpPr>
        <p:spPr>
          <a:xfrm>
            <a:off x="6172200" y="338328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13" name="conclusion 4 head"/>
          <p:cNvSpPr txBox="1"/>
          <p:nvPr/>
        </p:nvSpPr>
        <p:spPr>
          <a:xfrm>
            <a:off x="6492240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Early warning</a:t>
            </a:r>
            <a:endParaRPr lang="en-US" sz="2000" dirty="0"/>
          </a:p>
        </p:txBody>
      </p:sp>
      <p:sp>
        <p:nvSpPr>
          <p:cNvPr id="14" name="conclusion 4 body"/>
          <p:cNvSpPr txBox="1"/>
          <p:nvPr/>
        </p:nvSpPr>
        <p:spPr>
          <a:xfrm>
            <a:off x="6492240" y="4114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6-hour PM2.5 forecast, 39% lower error than persistence</a:t>
            </a:r>
            <a:endParaRPr lang="en-US" sz="1500" dirty="0"/>
          </a:p>
        </p:txBody>
      </p:sp>
      <p:sp>
        <p:nvSpPr>
          <p:cNvPr id="15" name="thanks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धन्यवाद · Thank you. Questions?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pAirWatch Haze">
  <a:themeElements>
    <a:clrScheme name="NepAirWatch Haze">
      <a:dk1>
        <a:srgbClr val="1E2A36"/>
      </a:dk1>
      <a:lt1>
        <a:srgbClr val="FFFFFF"/>
      </a:lt1>
      <a:dk2>
        <a:srgbClr val="4A5A6A"/>
      </a:dk2>
      <a:lt2>
        <a:srgbClr val="F1F4F7"/>
      </a:lt2>
      <a:accent1>
        <a:srgbClr val="E07A2F"/>
      </a:accent1>
      <a:accent2>
        <a:srgbClr val="C0392B"/>
      </a:accent2>
      <a:accent3>
        <a:srgbClr val="2E86AB"/>
      </a:accent3>
      <a:accent4>
        <a:srgbClr val="5E8C61"/>
      </a:accent4>
      <a:accent5>
        <a:srgbClr val="8E6C8A"/>
      </a:accent5>
      <a:accent6>
        <a:srgbClr val="F2C14E"/>
      </a:accent6>
      <a:hlink>
        <a:srgbClr val="2E86AB"/>
      </a:hlink>
      <a:folHlink>
        <a:srgbClr val="8E6C8A"/>
      </a:folHlink>
    </a:clrScheme>
    <a:fontScheme name="NepAirWatch Haz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NepAirWatch</dc:title>
  <dc:subject>PptxGenJS Presentation</dc:subject>
  <dc:creator>NepAirWatch project team</dc:creator>
  <cp:lastModifiedBy>NepAirWatch project team</cp:lastModifiedBy>
  <cp:revision>1</cp:revision>
  <dcterms:created xsi:type="dcterms:W3CDTF">2026-10-10T17:24:05Z</dcterms:created>
  <dcterms:modified xsi:type="dcterms:W3CDTF">2026-10-10T17:24:05Z</dcterms:modified>
</cp:coreProperties>
</file>